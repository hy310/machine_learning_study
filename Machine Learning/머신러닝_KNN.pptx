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51" r:id="rId1"/>
  </p:sldMasterIdLst>
  <p:sldIdLst>
    <p:sldId id="256" r:id="rId2"/>
    <p:sldId id="257" r:id="rId3"/>
    <p:sldId id="270" r:id="rId4"/>
    <p:sldId id="258" r:id="rId5"/>
    <p:sldId id="259" r:id="rId6"/>
    <p:sldId id="265" r:id="rId7"/>
    <p:sldId id="271" r:id="rId8"/>
    <p:sldId id="272" r:id="rId9"/>
    <p:sldId id="261" r:id="rId10"/>
    <p:sldId id="260" r:id="rId11"/>
    <p:sldId id="262" r:id="rId12"/>
    <p:sldId id="263" r:id="rId13"/>
    <p:sldId id="264" r:id="rId14"/>
    <p:sldId id="266" r:id="rId15"/>
    <p:sldId id="267" r:id="rId16"/>
    <p:sldId id="269" r:id="rId17"/>
  </p:sldIdLst>
  <p:sldSz cx="12192000" cy="6858000"/>
  <p:notesSz cx="6858000" cy="9144000"/>
  <p:embeddedFontLst>
    <p:embeddedFont>
      <p:font typeface="a옛날목욕탕L" panose="02020600000000000000" pitchFamily="18" charset="-127"/>
      <p:regular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Calibri Light" panose="020F0302020204030204" pitchFamily="34" charset="0"/>
      <p:regular r:id="rId23"/>
      <p:italic r:id="rId2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E43A8348-3320-4842-AD2A-F707C0DCB3CF}">
          <p14:sldIdLst>
            <p14:sldId id="256"/>
            <p14:sldId id="257"/>
            <p14:sldId id="270"/>
            <p14:sldId id="258"/>
            <p14:sldId id="259"/>
            <p14:sldId id="265"/>
            <p14:sldId id="271"/>
            <p14:sldId id="272"/>
            <p14:sldId id="261"/>
            <p14:sldId id="260"/>
            <p14:sldId id="262"/>
            <p14:sldId id="263"/>
            <p14:sldId id="264"/>
            <p14:sldId id="266"/>
            <p14:sldId id="267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6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7/19/2020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534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7/19/2020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689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7/19/2020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695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7/19/2020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509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7/19/2020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76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7/19/2020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502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7/19/2020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660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7/19/2020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651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7/19/2020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374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7/19/2020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195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7/19/2020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251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7/19/2020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583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50" r:id="rId5"/>
    <p:sldLayoutId id="2147483744" r:id="rId6"/>
    <p:sldLayoutId id="2147483745" r:id="rId7"/>
    <p:sldLayoutId id="2147483746" r:id="rId8"/>
    <p:sldLayoutId id="2147483749" r:id="rId9"/>
    <p:sldLayoutId id="2147483747" r:id="rId10"/>
    <p:sldLayoutId id="214748374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19BF28-9FA5-419D-9EAF-2E312C796D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414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82F6C3F-F8A6-469C-863C-722A91FE40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4277" y="1475234"/>
            <a:ext cx="3214307" cy="2901694"/>
          </a:xfrm>
        </p:spPr>
        <p:txBody>
          <a:bodyPr anchor="b">
            <a:normAutofit/>
          </a:bodyPr>
          <a:lstStyle/>
          <a:p>
            <a:r>
              <a:rPr lang="ko-KR" altLang="en-US" sz="4400" dirty="0">
                <a:solidFill>
                  <a:schemeClr val="tx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     </a:t>
            </a:r>
            <a:r>
              <a:rPr lang="ko-KR" altLang="en-US" sz="4400" dirty="0" err="1">
                <a:solidFill>
                  <a:schemeClr val="tx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머신러닝</a:t>
            </a:r>
            <a:endParaRPr lang="ko-KR" altLang="en-US" sz="4400" dirty="0">
              <a:solidFill>
                <a:schemeClr val="tx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695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239D8CC-16F4-4B2B-80F0-203C56D0D2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873910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F3D5D3-2AB6-4D87-8D08-7BC1B869541D}"/>
              </a:ext>
            </a:extLst>
          </p:cNvPr>
          <p:cNvSpPr txBox="1"/>
          <p:nvPr/>
        </p:nvSpPr>
        <p:spPr>
          <a:xfrm>
            <a:off x="1052943" y="2442601"/>
            <a:ext cx="103770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36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컴퓨터가 데이터를 통해 </a:t>
            </a:r>
            <a:r>
              <a:rPr lang="en-US" altLang="ko-KR" sz="36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‘</a:t>
            </a:r>
            <a:r>
              <a:rPr lang="ko-KR" altLang="en-US" sz="36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학습</a:t>
            </a:r>
            <a:r>
              <a:rPr lang="en-US" altLang="ko-KR" sz="36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＇</a:t>
            </a:r>
            <a:r>
              <a:rPr lang="ko-KR" altLang="en-US" sz="36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하고 이 </a:t>
            </a:r>
            <a:r>
              <a:rPr lang="en-US" altLang="ko-KR" sz="36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‘</a:t>
            </a:r>
            <a:r>
              <a:rPr lang="ko-KR" altLang="en-US" sz="36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경험</a:t>
            </a:r>
            <a:r>
              <a:rPr lang="en-US" altLang="ko-KR" sz="36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＇</a:t>
            </a:r>
            <a:r>
              <a:rPr lang="ko-KR" altLang="en-US" sz="36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을 이용해 자동으로 문제를 해결하는 것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A24DC4-6303-432D-9327-A4DB0E605973}"/>
              </a:ext>
            </a:extLst>
          </p:cNvPr>
          <p:cNvSpPr txBox="1"/>
          <p:nvPr/>
        </p:nvSpPr>
        <p:spPr>
          <a:xfrm>
            <a:off x="4036003" y="373796"/>
            <a:ext cx="57080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200" dirty="0" err="1">
                <a:latin typeface="a옛날목욕탕L" panose="02020600000000000000" pitchFamily="18" charset="-127"/>
                <a:ea typeface="a옛날목욕탕L" panose="02020600000000000000" pitchFamily="18" charset="-127"/>
              </a:rPr>
              <a:t>머신러닝이란</a:t>
            </a:r>
            <a:r>
              <a:rPr lang="en-US" altLang="ko-KR" sz="72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?</a:t>
            </a:r>
            <a:endParaRPr lang="ko-KR" altLang="en-US" sz="7200" dirty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F82FF2-3D95-4F73-92BE-A305243B534D}"/>
              </a:ext>
            </a:extLst>
          </p:cNvPr>
          <p:cNvSpPr txBox="1"/>
          <p:nvPr/>
        </p:nvSpPr>
        <p:spPr>
          <a:xfrm>
            <a:off x="1052943" y="1656138"/>
            <a:ext cx="103770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36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기계 학습</a:t>
            </a:r>
          </a:p>
        </p:txBody>
      </p:sp>
      <p:pic>
        <p:nvPicPr>
          <p:cNvPr id="14" name="그림 13" descr="스크린샷이(가) 표시된 사진&#10;&#10;자동 생성된 설명">
            <a:extLst>
              <a:ext uri="{FF2B5EF4-FFF2-40B4-BE49-F238E27FC236}">
                <a16:creationId xmlns:a16="http://schemas.microsoft.com/office/drawing/2014/main" id="{CA0CB2DA-8ADD-4A33-89C0-AF55B23726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2887" y="4371274"/>
            <a:ext cx="7763637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960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4C4800E3-B581-4AE9-854F-26212C588C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352726"/>
              </p:ext>
            </p:extLst>
          </p:nvPr>
        </p:nvGraphicFramePr>
        <p:xfrm>
          <a:off x="512064" y="402336"/>
          <a:ext cx="11094720" cy="5681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92">
                  <a:extLst>
                    <a:ext uri="{9D8B030D-6E8A-4147-A177-3AD203B41FA5}">
                      <a16:colId xmlns:a16="http://schemas.microsoft.com/office/drawing/2014/main" val="125298233"/>
                    </a:ext>
                  </a:extLst>
                </a:gridCol>
                <a:gridCol w="2097024">
                  <a:extLst>
                    <a:ext uri="{9D8B030D-6E8A-4147-A177-3AD203B41FA5}">
                      <a16:colId xmlns:a16="http://schemas.microsoft.com/office/drawing/2014/main" val="3946438773"/>
                    </a:ext>
                  </a:extLst>
                </a:gridCol>
                <a:gridCol w="4078224">
                  <a:extLst>
                    <a:ext uri="{9D8B030D-6E8A-4147-A177-3AD203B41FA5}">
                      <a16:colId xmlns:a16="http://schemas.microsoft.com/office/drawing/2014/main" val="2823920415"/>
                    </a:ext>
                  </a:extLst>
                </a:gridCol>
                <a:gridCol w="2773680">
                  <a:extLst>
                    <a:ext uri="{9D8B030D-6E8A-4147-A177-3AD203B41FA5}">
                      <a16:colId xmlns:a16="http://schemas.microsoft.com/office/drawing/2014/main" val="1311251171"/>
                    </a:ext>
                  </a:extLst>
                </a:gridCol>
              </a:tblGrid>
              <a:tr h="113629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변수 유형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자료의 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1071694"/>
                  </a:ext>
                </a:extLst>
              </a:tr>
              <a:tr h="113629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범주형</a:t>
                      </a:r>
                      <a:r>
                        <a:rPr lang="en-US" altLang="ko-KR" sz="20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(Categorical)</a:t>
                      </a:r>
                      <a:endParaRPr lang="ko-KR" altLang="en-US" sz="2000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명목형</a:t>
                      </a:r>
                      <a:r>
                        <a:rPr lang="en-US" altLang="ko-KR" sz="20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(Nominal)</a:t>
                      </a:r>
                      <a:endParaRPr lang="ko-KR" altLang="en-US" sz="2000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객체간 서로 구분하기 위한 이름들</a:t>
                      </a:r>
                      <a:endParaRPr lang="en-US" altLang="ko-KR" sz="2000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  <a:p>
                      <a:pPr algn="ctr" latinLnBrk="1"/>
                      <a:r>
                        <a:rPr lang="ko-KR" altLang="en-US" sz="20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순서의 의미가 없음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사는 지역</a:t>
                      </a:r>
                      <a:r>
                        <a:rPr lang="en-US" altLang="ko-KR" sz="20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, </a:t>
                      </a:r>
                      <a:r>
                        <a:rPr lang="ko-KR" altLang="en-US" sz="20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성별</a:t>
                      </a:r>
                      <a:r>
                        <a:rPr lang="en-US" altLang="ko-KR" sz="20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, </a:t>
                      </a:r>
                      <a:r>
                        <a:rPr lang="ko-KR" altLang="en-US" sz="20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사원번호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2020308"/>
                  </a:ext>
                </a:extLst>
              </a:tr>
              <a:tr h="1136294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순위형</a:t>
                      </a:r>
                      <a:r>
                        <a:rPr lang="en-US" altLang="ko-KR" sz="20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(Ordinal)</a:t>
                      </a:r>
                      <a:endParaRPr lang="ko-KR" altLang="en-US" sz="2000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순서의 의미가 있는 범주를 갖는 자료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학점</a:t>
                      </a:r>
                      <a:r>
                        <a:rPr lang="en-US" altLang="ko-KR" sz="20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, </a:t>
                      </a:r>
                      <a:r>
                        <a:rPr lang="ko-KR" altLang="en-US" sz="20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제품 선호도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7779694"/>
                  </a:ext>
                </a:extLst>
              </a:tr>
              <a:tr h="113629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수치형</a:t>
                      </a:r>
                      <a:r>
                        <a:rPr lang="en-US" altLang="ko-KR" sz="20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(Numeric)</a:t>
                      </a:r>
                      <a:endParaRPr lang="ko-KR" altLang="en-US" sz="2000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이산형</a:t>
                      </a:r>
                      <a:r>
                        <a:rPr lang="en-US" altLang="ko-KR" sz="20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(Discrete)</a:t>
                      </a:r>
                      <a:endParaRPr lang="ko-KR" altLang="en-US" sz="2000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수치적인 의미를 가지고 있으나 </a:t>
                      </a:r>
                      <a:r>
                        <a:rPr lang="ko-KR" altLang="en-US" sz="2000" dirty="0" err="1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소숫점</a:t>
                      </a:r>
                      <a:r>
                        <a:rPr lang="ko-KR" altLang="en-US" sz="20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 형태로 표현이 불가능한 숫자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달력일자</a:t>
                      </a:r>
                      <a:r>
                        <a:rPr lang="en-US" altLang="ko-KR" sz="20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, </a:t>
                      </a:r>
                      <a:r>
                        <a:rPr lang="ko-KR" altLang="en-US" sz="20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사고 건수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6802507"/>
                  </a:ext>
                </a:extLst>
              </a:tr>
              <a:tr h="1136294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연속형</a:t>
                      </a:r>
                      <a:r>
                        <a:rPr lang="en-US" altLang="ko-KR" sz="20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(Continuous)</a:t>
                      </a:r>
                      <a:endParaRPr lang="ko-KR" altLang="en-US" sz="2000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연속적인 값을 가지며 소수점 형태로 표현이 가능한 숫자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몸무게</a:t>
                      </a:r>
                      <a:r>
                        <a:rPr lang="en-US" altLang="ko-KR" sz="20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, </a:t>
                      </a:r>
                      <a:r>
                        <a:rPr lang="ko-KR" altLang="en-US" sz="20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키</a:t>
                      </a:r>
                      <a:r>
                        <a:rPr lang="en-US" altLang="ko-KR" sz="20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, </a:t>
                      </a:r>
                      <a:r>
                        <a:rPr lang="ko-KR" altLang="en-US" sz="20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길이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8451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9666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000077A-6E73-45F0-9C86-30C47D6CCD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333622"/>
              </p:ext>
            </p:extLst>
          </p:nvPr>
        </p:nvGraphicFramePr>
        <p:xfrm>
          <a:off x="545431" y="1206901"/>
          <a:ext cx="11101137" cy="4833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0379">
                  <a:extLst>
                    <a:ext uri="{9D8B030D-6E8A-4147-A177-3AD203B41FA5}">
                      <a16:colId xmlns:a16="http://schemas.microsoft.com/office/drawing/2014/main" val="292578306"/>
                    </a:ext>
                  </a:extLst>
                </a:gridCol>
                <a:gridCol w="3700379">
                  <a:extLst>
                    <a:ext uri="{9D8B030D-6E8A-4147-A177-3AD203B41FA5}">
                      <a16:colId xmlns:a16="http://schemas.microsoft.com/office/drawing/2014/main" val="597968884"/>
                    </a:ext>
                  </a:extLst>
                </a:gridCol>
                <a:gridCol w="3700379">
                  <a:extLst>
                    <a:ext uri="{9D8B030D-6E8A-4147-A177-3AD203B41FA5}">
                      <a16:colId xmlns:a16="http://schemas.microsoft.com/office/drawing/2014/main" val="1482038634"/>
                    </a:ext>
                  </a:extLst>
                </a:gridCol>
              </a:tblGrid>
              <a:tr h="4616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Types</a:t>
                      </a:r>
                      <a:endParaRPr lang="ko-KR" altLang="en-US" sz="2800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Tasks</a:t>
                      </a:r>
                      <a:endParaRPr lang="ko-KR" altLang="en-US" sz="2800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Algorithms</a:t>
                      </a:r>
                      <a:endParaRPr lang="ko-KR" altLang="en-US" sz="2800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455015"/>
                  </a:ext>
                </a:extLst>
              </a:tr>
              <a:tr h="143837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지도 학습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분류</a:t>
                      </a:r>
                      <a:r>
                        <a:rPr lang="en-US" altLang="ko-KR" sz="28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(Classification)</a:t>
                      </a:r>
                      <a:endParaRPr lang="ko-KR" altLang="en-US" sz="2800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KNN, Naive Bayes, Decision Tree</a:t>
                      </a:r>
                      <a:endParaRPr lang="ko-KR" altLang="en-US" sz="2800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1131326"/>
                  </a:ext>
                </a:extLst>
              </a:tr>
              <a:tr h="143837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800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예측</a:t>
                      </a:r>
                      <a:r>
                        <a:rPr lang="en-US" altLang="ko-KR" sz="28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(Prediction)</a:t>
                      </a:r>
                      <a:endParaRPr lang="ko-KR" altLang="en-US" sz="2800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Linear Regression</a:t>
                      </a:r>
                      <a:endParaRPr lang="ko-KR" altLang="en-US" sz="2800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0592463"/>
                  </a:ext>
                </a:extLst>
              </a:tr>
              <a:tr h="14383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비지도 학습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군집</a:t>
                      </a:r>
                      <a:r>
                        <a:rPr lang="en-US" altLang="ko-KR" sz="28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(Clustering)</a:t>
                      </a:r>
                      <a:endParaRPr lang="ko-KR" altLang="en-US" sz="2800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K-means, DBSCAN</a:t>
                      </a:r>
                      <a:endParaRPr lang="ko-KR" altLang="en-US" sz="2800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085741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E33EBE8-5614-45B3-8043-4898FDD63217}"/>
              </a:ext>
            </a:extLst>
          </p:cNvPr>
          <p:cNvSpPr txBox="1"/>
          <p:nvPr/>
        </p:nvSpPr>
        <p:spPr>
          <a:xfrm>
            <a:off x="545431" y="272715"/>
            <a:ext cx="32084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 err="1">
                <a:latin typeface="a옛날목욕탕L" panose="02020600000000000000" pitchFamily="18" charset="-127"/>
                <a:ea typeface="a옛날목욕탕L" panose="02020600000000000000" pitchFamily="18" charset="-127"/>
              </a:rPr>
              <a:t>머신러닝</a:t>
            </a:r>
            <a:r>
              <a:rPr lang="ko-KR" altLang="en-US" sz="36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 종류</a:t>
            </a:r>
          </a:p>
        </p:txBody>
      </p:sp>
    </p:spTree>
    <p:extLst>
      <p:ext uri="{BB962C8B-B14F-4D97-AF65-F5344CB8AC3E}">
        <p14:creationId xmlns:p14="http://schemas.microsoft.com/office/powerpoint/2010/main" val="2949320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102D081-F0BA-4AFD-A66E-62932670CC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563440"/>
              </p:ext>
            </p:extLst>
          </p:nvPr>
        </p:nvGraphicFramePr>
        <p:xfrm>
          <a:off x="260682" y="368967"/>
          <a:ext cx="11670636" cy="56965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3446">
                  <a:extLst>
                    <a:ext uri="{9D8B030D-6E8A-4147-A177-3AD203B41FA5}">
                      <a16:colId xmlns:a16="http://schemas.microsoft.com/office/drawing/2014/main" val="864983124"/>
                    </a:ext>
                  </a:extLst>
                </a:gridCol>
                <a:gridCol w="1267968">
                  <a:extLst>
                    <a:ext uri="{9D8B030D-6E8A-4147-A177-3AD203B41FA5}">
                      <a16:colId xmlns:a16="http://schemas.microsoft.com/office/drawing/2014/main" val="1102860521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1023141349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3899504730"/>
                    </a:ext>
                  </a:extLst>
                </a:gridCol>
                <a:gridCol w="2389632">
                  <a:extLst>
                    <a:ext uri="{9D8B030D-6E8A-4147-A177-3AD203B41FA5}">
                      <a16:colId xmlns:a16="http://schemas.microsoft.com/office/drawing/2014/main" val="3751716497"/>
                    </a:ext>
                  </a:extLst>
                </a:gridCol>
                <a:gridCol w="1744420">
                  <a:extLst>
                    <a:ext uri="{9D8B030D-6E8A-4147-A177-3AD203B41FA5}">
                      <a16:colId xmlns:a16="http://schemas.microsoft.com/office/drawing/2014/main" val="3673895033"/>
                    </a:ext>
                  </a:extLst>
                </a:gridCol>
                <a:gridCol w="1945106">
                  <a:extLst>
                    <a:ext uri="{9D8B030D-6E8A-4147-A177-3AD203B41FA5}">
                      <a16:colId xmlns:a16="http://schemas.microsoft.com/office/drawing/2014/main" val="633656095"/>
                    </a:ext>
                  </a:extLst>
                </a:gridCol>
              </a:tblGrid>
              <a:tr h="5568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나이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몸무게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최종 학력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연봉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다음기수여부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038427"/>
                  </a:ext>
                </a:extLst>
              </a:tr>
              <a:tr h="6424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21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170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70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/>
                        <a:t>고등학교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3000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O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49982"/>
                  </a:ext>
                </a:extLst>
              </a:tr>
              <a:tr h="6424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24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175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75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/>
                        <a:t>대학교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3200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X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7452"/>
                  </a:ext>
                </a:extLst>
              </a:tr>
              <a:tr h="6424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3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23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180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80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/>
                        <a:t>고등학교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3400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X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1408602"/>
                  </a:ext>
                </a:extLst>
              </a:tr>
              <a:tr h="6424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4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22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185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85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/>
                        <a:t>대학교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2800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O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553664"/>
                  </a:ext>
                </a:extLst>
              </a:tr>
              <a:tr h="6424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5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25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160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60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/>
                        <a:t>대학원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4000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O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797988"/>
                  </a:ext>
                </a:extLst>
              </a:tr>
              <a:tr h="6424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6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23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155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55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/>
                        <a:t>대학교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3600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X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8258789"/>
                  </a:ext>
                </a:extLst>
              </a:tr>
              <a:tr h="6424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7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22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158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58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/>
                        <a:t>대학교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3800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O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37275"/>
                  </a:ext>
                </a:extLst>
              </a:tr>
              <a:tr h="6424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8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26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166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66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/>
                        <a:t>고등학교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3700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O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309540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98F815F1-1949-4AE9-9BCD-AE7EA395BDF0}"/>
              </a:ext>
            </a:extLst>
          </p:cNvPr>
          <p:cNvSpPr/>
          <p:nvPr/>
        </p:nvSpPr>
        <p:spPr>
          <a:xfrm>
            <a:off x="9962147" y="368967"/>
            <a:ext cx="1969171" cy="569650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033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08DCADE-03DE-4227-9560-172F476895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119351"/>
              </p:ext>
            </p:extLst>
          </p:nvPr>
        </p:nvGraphicFramePr>
        <p:xfrm>
          <a:off x="260682" y="368967"/>
          <a:ext cx="11670636" cy="56965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3446">
                  <a:extLst>
                    <a:ext uri="{9D8B030D-6E8A-4147-A177-3AD203B41FA5}">
                      <a16:colId xmlns:a16="http://schemas.microsoft.com/office/drawing/2014/main" val="864983124"/>
                    </a:ext>
                  </a:extLst>
                </a:gridCol>
                <a:gridCol w="1267968">
                  <a:extLst>
                    <a:ext uri="{9D8B030D-6E8A-4147-A177-3AD203B41FA5}">
                      <a16:colId xmlns:a16="http://schemas.microsoft.com/office/drawing/2014/main" val="1102860521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1023141349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3899504730"/>
                    </a:ext>
                  </a:extLst>
                </a:gridCol>
                <a:gridCol w="2389632">
                  <a:extLst>
                    <a:ext uri="{9D8B030D-6E8A-4147-A177-3AD203B41FA5}">
                      <a16:colId xmlns:a16="http://schemas.microsoft.com/office/drawing/2014/main" val="3751716497"/>
                    </a:ext>
                  </a:extLst>
                </a:gridCol>
                <a:gridCol w="1744420">
                  <a:extLst>
                    <a:ext uri="{9D8B030D-6E8A-4147-A177-3AD203B41FA5}">
                      <a16:colId xmlns:a16="http://schemas.microsoft.com/office/drawing/2014/main" val="3673895033"/>
                    </a:ext>
                  </a:extLst>
                </a:gridCol>
                <a:gridCol w="1945106">
                  <a:extLst>
                    <a:ext uri="{9D8B030D-6E8A-4147-A177-3AD203B41FA5}">
                      <a16:colId xmlns:a16="http://schemas.microsoft.com/office/drawing/2014/main" val="633656095"/>
                    </a:ext>
                  </a:extLst>
                </a:gridCol>
              </a:tblGrid>
              <a:tr h="5568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나이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몸무게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최종 학력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연봉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다음기수여부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038427"/>
                  </a:ext>
                </a:extLst>
              </a:tr>
              <a:tr h="6424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21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170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70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/>
                        <a:t>고등학교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3000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O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49982"/>
                  </a:ext>
                </a:extLst>
              </a:tr>
              <a:tr h="6424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24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175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75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/>
                        <a:t>대학교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3200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X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7452"/>
                  </a:ext>
                </a:extLst>
              </a:tr>
              <a:tr h="6424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3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23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180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80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/>
                        <a:t>고등학교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3400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X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1408602"/>
                  </a:ext>
                </a:extLst>
              </a:tr>
              <a:tr h="6424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4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22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185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85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/>
                        <a:t>대학교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2800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O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553664"/>
                  </a:ext>
                </a:extLst>
              </a:tr>
              <a:tr h="6424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5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25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160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60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/>
                        <a:t>대학원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4000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O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797988"/>
                  </a:ext>
                </a:extLst>
              </a:tr>
              <a:tr h="6424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6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23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155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55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/>
                        <a:t>대학교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3600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X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8258789"/>
                  </a:ext>
                </a:extLst>
              </a:tr>
              <a:tr h="6424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7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22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158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58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/>
                        <a:t>대학교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3800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O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37275"/>
                  </a:ext>
                </a:extLst>
              </a:tr>
              <a:tr h="6424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8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26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166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66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/>
                        <a:t>고등학교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3700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O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309540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98F815F1-1949-4AE9-9BCD-AE7EA395BDF0}"/>
              </a:ext>
            </a:extLst>
          </p:cNvPr>
          <p:cNvSpPr/>
          <p:nvPr/>
        </p:nvSpPr>
        <p:spPr>
          <a:xfrm>
            <a:off x="8278368" y="368967"/>
            <a:ext cx="1713314" cy="569650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624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F3571C-3433-49CB-AD5B-D343A5ECA0FC}"/>
              </a:ext>
            </a:extLst>
          </p:cNvPr>
          <p:cNvSpPr txBox="1"/>
          <p:nvPr/>
        </p:nvSpPr>
        <p:spPr>
          <a:xfrm>
            <a:off x="683203" y="410372"/>
            <a:ext cx="76927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One Hot Encoding</a:t>
            </a:r>
            <a:endParaRPr lang="ko-KR" altLang="en-US" sz="4000" dirty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A4D547-704F-474F-9CA8-7CD8F81E72A4}"/>
              </a:ext>
            </a:extLst>
          </p:cNvPr>
          <p:cNvSpPr txBox="1"/>
          <p:nvPr/>
        </p:nvSpPr>
        <p:spPr>
          <a:xfrm>
            <a:off x="683203" y="1282100"/>
            <a:ext cx="84607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ko-KR" altLang="en-US" sz="24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모델에 넣을 때는 수치형으로 넣어야 하기 때문에 문자를 숫자로 바꿔주는 과정</a:t>
            </a:r>
            <a:endParaRPr lang="en-US" altLang="ko-KR" sz="2400" dirty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  <a:p>
            <a:pPr marL="342900" indent="-342900">
              <a:buFontTx/>
              <a:buChar char="-"/>
            </a:pPr>
            <a:r>
              <a:rPr lang="ko-KR" altLang="en-US" sz="24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표현하고 싶은 단어에 </a:t>
            </a:r>
            <a:r>
              <a:rPr lang="en-US" altLang="ko-KR" sz="24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1,</a:t>
            </a:r>
            <a:r>
              <a:rPr lang="ko-KR" altLang="en-US" sz="24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 나머지는 </a:t>
            </a:r>
            <a:r>
              <a:rPr lang="en-US" altLang="ko-KR" sz="24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0</a:t>
            </a:r>
            <a:r>
              <a:rPr lang="ko-KR" altLang="en-US" sz="24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을 넣어서 표시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6B5188E-058D-45BF-B9C6-2892301FE1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4206821"/>
              </p:ext>
            </p:extLst>
          </p:nvPr>
        </p:nvGraphicFramePr>
        <p:xfrm>
          <a:off x="260682" y="2276939"/>
          <a:ext cx="11670636" cy="405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3446">
                  <a:extLst>
                    <a:ext uri="{9D8B030D-6E8A-4147-A177-3AD203B41FA5}">
                      <a16:colId xmlns:a16="http://schemas.microsoft.com/office/drawing/2014/main" val="864983124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1102860521"/>
                    </a:ext>
                  </a:extLst>
                </a:gridCol>
                <a:gridCol w="1182624">
                  <a:extLst>
                    <a:ext uri="{9D8B030D-6E8A-4147-A177-3AD203B41FA5}">
                      <a16:colId xmlns:a16="http://schemas.microsoft.com/office/drawing/2014/main" val="1023141349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3899504730"/>
                    </a:ext>
                  </a:extLst>
                </a:gridCol>
                <a:gridCol w="1361440">
                  <a:extLst>
                    <a:ext uri="{9D8B030D-6E8A-4147-A177-3AD203B41FA5}">
                      <a16:colId xmlns:a16="http://schemas.microsoft.com/office/drawing/2014/main" val="3751716497"/>
                    </a:ext>
                  </a:extLst>
                </a:gridCol>
                <a:gridCol w="1141984">
                  <a:extLst>
                    <a:ext uri="{9D8B030D-6E8A-4147-A177-3AD203B41FA5}">
                      <a16:colId xmlns:a16="http://schemas.microsoft.com/office/drawing/2014/main" val="805322678"/>
                    </a:ext>
                  </a:extLst>
                </a:gridCol>
                <a:gridCol w="1141984">
                  <a:extLst>
                    <a:ext uri="{9D8B030D-6E8A-4147-A177-3AD203B41FA5}">
                      <a16:colId xmlns:a16="http://schemas.microsoft.com/office/drawing/2014/main" val="2303510831"/>
                    </a:ext>
                  </a:extLst>
                </a:gridCol>
                <a:gridCol w="1744420">
                  <a:extLst>
                    <a:ext uri="{9D8B030D-6E8A-4147-A177-3AD203B41FA5}">
                      <a16:colId xmlns:a16="http://schemas.microsoft.com/office/drawing/2014/main" val="3673895033"/>
                    </a:ext>
                  </a:extLst>
                </a:gridCol>
                <a:gridCol w="1945106">
                  <a:extLst>
                    <a:ext uri="{9D8B030D-6E8A-4147-A177-3AD203B41FA5}">
                      <a16:colId xmlns:a16="http://schemas.microsoft.com/office/drawing/2014/main" val="633656095"/>
                    </a:ext>
                  </a:extLst>
                </a:gridCol>
              </a:tblGrid>
              <a:tr h="3703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나이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몸무게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고등학교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대학교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대학원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연봉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다음기수여부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038427"/>
                  </a:ext>
                </a:extLst>
              </a:tr>
              <a:tr h="4272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21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170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70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3000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O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49982"/>
                  </a:ext>
                </a:extLst>
              </a:tr>
              <a:tr h="4272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24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175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75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3200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X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7452"/>
                  </a:ext>
                </a:extLst>
              </a:tr>
              <a:tr h="4272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3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23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180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80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3400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X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1408602"/>
                  </a:ext>
                </a:extLst>
              </a:tr>
              <a:tr h="4272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4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22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185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85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2800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O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553664"/>
                  </a:ext>
                </a:extLst>
              </a:tr>
              <a:tr h="4272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5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25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160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60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4000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O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797988"/>
                  </a:ext>
                </a:extLst>
              </a:tr>
              <a:tr h="4272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6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23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155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55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3600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X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8258789"/>
                  </a:ext>
                </a:extLst>
              </a:tr>
              <a:tr h="4272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7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22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158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58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3800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O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37275"/>
                  </a:ext>
                </a:extLst>
              </a:tr>
              <a:tr h="4272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8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26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166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66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3700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O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3095407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2DA5C6AF-5288-4112-83B3-ADD9BB39EB9C}"/>
              </a:ext>
            </a:extLst>
          </p:cNvPr>
          <p:cNvSpPr/>
          <p:nvPr/>
        </p:nvSpPr>
        <p:spPr>
          <a:xfrm>
            <a:off x="4608576" y="2297167"/>
            <a:ext cx="3608832" cy="405384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7287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F3571C-3433-49CB-AD5B-D343A5ECA0FC}"/>
              </a:ext>
            </a:extLst>
          </p:cNvPr>
          <p:cNvSpPr txBox="1"/>
          <p:nvPr/>
        </p:nvSpPr>
        <p:spPr>
          <a:xfrm>
            <a:off x="683203" y="410372"/>
            <a:ext cx="76927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Label Encoding</a:t>
            </a:r>
            <a:endParaRPr lang="ko-KR" altLang="en-US" sz="4000" dirty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A4D547-704F-474F-9CA8-7CD8F81E72A4}"/>
              </a:ext>
            </a:extLst>
          </p:cNvPr>
          <p:cNvSpPr txBox="1"/>
          <p:nvPr/>
        </p:nvSpPr>
        <p:spPr>
          <a:xfrm>
            <a:off x="683203" y="1282100"/>
            <a:ext cx="84607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ko-KR" altLang="en-US" sz="24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모델에 넣을 때는 수치형으로 넣어야 하기 때문에 문자를 숫자로 바꿔주는 과정</a:t>
            </a:r>
            <a:endParaRPr lang="en-US" altLang="ko-KR" sz="2400" dirty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  <a:p>
            <a:pPr marL="342900" indent="-342900">
              <a:buFontTx/>
              <a:buChar char="-"/>
            </a:pPr>
            <a:r>
              <a:rPr lang="ko-KR" altLang="en-US" sz="24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표현하고 싶은 단어를 한 </a:t>
            </a:r>
            <a:r>
              <a:rPr lang="en-US" altLang="ko-KR" sz="24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column</a:t>
            </a:r>
            <a:r>
              <a:rPr lang="ko-KR" altLang="en-US" sz="24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에 숫자로 표시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1E68D7D-4535-4154-8AE2-3780411E0B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610464"/>
              </p:ext>
            </p:extLst>
          </p:nvPr>
        </p:nvGraphicFramePr>
        <p:xfrm>
          <a:off x="260682" y="2153554"/>
          <a:ext cx="11670636" cy="405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3446">
                  <a:extLst>
                    <a:ext uri="{9D8B030D-6E8A-4147-A177-3AD203B41FA5}">
                      <a16:colId xmlns:a16="http://schemas.microsoft.com/office/drawing/2014/main" val="864983124"/>
                    </a:ext>
                  </a:extLst>
                </a:gridCol>
                <a:gridCol w="1267968">
                  <a:extLst>
                    <a:ext uri="{9D8B030D-6E8A-4147-A177-3AD203B41FA5}">
                      <a16:colId xmlns:a16="http://schemas.microsoft.com/office/drawing/2014/main" val="1102860521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1023141349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3899504730"/>
                    </a:ext>
                  </a:extLst>
                </a:gridCol>
                <a:gridCol w="2389632">
                  <a:extLst>
                    <a:ext uri="{9D8B030D-6E8A-4147-A177-3AD203B41FA5}">
                      <a16:colId xmlns:a16="http://schemas.microsoft.com/office/drawing/2014/main" val="3751716497"/>
                    </a:ext>
                  </a:extLst>
                </a:gridCol>
                <a:gridCol w="1744420">
                  <a:extLst>
                    <a:ext uri="{9D8B030D-6E8A-4147-A177-3AD203B41FA5}">
                      <a16:colId xmlns:a16="http://schemas.microsoft.com/office/drawing/2014/main" val="3673895033"/>
                    </a:ext>
                  </a:extLst>
                </a:gridCol>
                <a:gridCol w="1945106">
                  <a:extLst>
                    <a:ext uri="{9D8B030D-6E8A-4147-A177-3AD203B41FA5}">
                      <a16:colId xmlns:a16="http://schemas.microsoft.com/office/drawing/2014/main" val="633656095"/>
                    </a:ext>
                  </a:extLst>
                </a:gridCol>
              </a:tblGrid>
              <a:tr h="3703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나이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몸무게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최종 학력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연봉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다음기수여부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038427"/>
                  </a:ext>
                </a:extLst>
              </a:tr>
              <a:tr h="4272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21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170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70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3000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O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49982"/>
                  </a:ext>
                </a:extLst>
              </a:tr>
              <a:tr h="4272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24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175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75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3200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X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7452"/>
                  </a:ext>
                </a:extLst>
              </a:tr>
              <a:tr h="4272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3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23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180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80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3400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X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1408602"/>
                  </a:ext>
                </a:extLst>
              </a:tr>
              <a:tr h="4272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4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22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185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85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2800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O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553664"/>
                  </a:ext>
                </a:extLst>
              </a:tr>
              <a:tr h="4272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5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25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160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60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4000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O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797988"/>
                  </a:ext>
                </a:extLst>
              </a:tr>
              <a:tr h="4272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6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23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155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55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3600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X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8258789"/>
                  </a:ext>
                </a:extLst>
              </a:tr>
              <a:tr h="4272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7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22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158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58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3800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O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37275"/>
                  </a:ext>
                </a:extLst>
              </a:tr>
              <a:tr h="4272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8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26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166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66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3700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O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3095407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6134B1B8-522B-4307-8B07-6756C8EF3FE0}"/>
              </a:ext>
            </a:extLst>
          </p:cNvPr>
          <p:cNvSpPr/>
          <p:nvPr/>
        </p:nvSpPr>
        <p:spPr>
          <a:xfrm>
            <a:off x="5815584" y="2153554"/>
            <a:ext cx="2438400" cy="405384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0558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52DDD64-0DEB-4F52-87DA-8FA1BE2D7E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6058" y="1090108"/>
            <a:ext cx="5191611" cy="37239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532475-8D0C-4C88-868F-C13EBD056785}"/>
              </a:ext>
            </a:extLst>
          </p:cNvPr>
          <p:cNvSpPr txBox="1"/>
          <p:nvPr/>
        </p:nvSpPr>
        <p:spPr>
          <a:xfrm>
            <a:off x="1936376" y="430306"/>
            <a:ext cx="56029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나이</a:t>
            </a:r>
            <a:r>
              <a:rPr lang="en-US" altLang="ko-KR" sz="2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:23, </a:t>
            </a:r>
            <a:r>
              <a:rPr lang="ko-KR" altLang="en-US" sz="2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키</a:t>
            </a:r>
            <a:r>
              <a:rPr lang="en-US" altLang="ko-KR" sz="2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:169, </a:t>
            </a:r>
            <a:r>
              <a:rPr lang="ko-KR" altLang="en-US" sz="2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몸무게</a:t>
            </a:r>
            <a:r>
              <a:rPr lang="en-US" altLang="ko-KR" sz="2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:55, </a:t>
            </a:r>
            <a:r>
              <a:rPr lang="ko-KR" altLang="en-US" sz="2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연봉</a:t>
            </a:r>
            <a:r>
              <a:rPr lang="en-US" altLang="ko-KR" sz="28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:5500</a:t>
            </a:r>
            <a:endParaRPr lang="ko-KR" altLang="en-US" sz="2800" dirty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C6B17E-5074-4A38-A5FA-1CA879EA70A6}"/>
              </a:ext>
            </a:extLst>
          </p:cNvPr>
          <p:cNvSpPr txBox="1"/>
          <p:nvPr/>
        </p:nvSpPr>
        <p:spPr>
          <a:xfrm>
            <a:off x="6096000" y="4912659"/>
            <a:ext cx="2238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다음기수</a:t>
            </a:r>
            <a:r>
              <a:rPr lang="en-US" altLang="ko-KR" sz="36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: O</a:t>
            </a:r>
            <a:endParaRPr lang="ko-KR" altLang="en-US" sz="3600" dirty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4113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102D081-F0BA-4AFD-A66E-62932670CC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13869"/>
              </p:ext>
            </p:extLst>
          </p:nvPr>
        </p:nvGraphicFramePr>
        <p:xfrm>
          <a:off x="2353533" y="337997"/>
          <a:ext cx="7780424" cy="56965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5106">
                  <a:extLst>
                    <a:ext uri="{9D8B030D-6E8A-4147-A177-3AD203B41FA5}">
                      <a16:colId xmlns:a16="http://schemas.microsoft.com/office/drawing/2014/main" val="864983124"/>
                    </a:ext>
                  </a:extLst>
                </a:gridCol>
                <a:gridCol w="1945106">
                  <a:extLst>
                    <a:ext uri="{9D8B030D-6E8A-4147-A177-3AD203B41FA5}">
                      <a16:colId xmlns:a16="http://schemas.microsoft.com/office/drawing/2014/main" val="1102860521"/>
                    </a:ext>
                  </a:extLst>
                </a:gridCol>
                <a:gridCol w="1945106">
                  <a:extLst>
                    <a:ext uri="{9D8B030D-6E8A-4147-A177-3AD203B41FA5}">
                      <a16:colId xmlns:a16="http://schemas.microsoft.com/office/drawing/2014/main" val="1023141349"/>
                    </a:ext>
                  </a:extLst>
                </a:gridCol>
                <a:gridCol w="1945106">
                  <a:extLst>
                    <a:ext uri="{9D8B030D-6E8A-4147-A177-3AD203B41FA5}">
                      <a16:colId xmlns:a16="http://schemas.microsoft.com/office/drawing/2014/main" val="3899504730"/>
                    </a:ext>
                  </a:extLst>
                </a:gridCol>
              </a:tblGrid>
              <a:tr h="55680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/>
                        <a:t>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/>
                        <a:t>나이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/>
                        <a:t>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/>
                        <a:t>몸무게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038427"/>
                  </a:ext>
                </a:extLst>
              </a:tr>
              <a:tr h="64246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1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21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170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70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49982"/>
                  </a:ext>
                </a:extLst>
              </a:tr>
              <a:tr h="64246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2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24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175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75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7452"/>
                  </a:ext>
                </a:extLst>
              </a:tr>
              <a:tr h="64246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3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23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180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80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1408602"/>
                  </a:ext>
                </a:extLst>
              </a:tr>
              <a:tr h="64246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4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22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185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85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553664"/>
                  </a:ext>
                </a:extLst>
              </a:tr>
              <a:tr h="64246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5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25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160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60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797988"/>
                  </a:ext>
                </a:extLst>
              </a:tr>
              <a:tr h="64246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6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23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155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55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8258789"/>
                  </a:ext>
                </a:extLst>
              </a:tr>
              <a:tr h="64246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7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22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158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58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37275"/>
                  </a:ext>
                </a:extLst>
              </a:tr>
              <a:tr h="64246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8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26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166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66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3095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4054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A070A21-44A6-41B7-903B-5E99FFBB450B}"/>
              </a:ext>
            </a:extLst>
          </p:cNvPr>
          <p:cNvSpPr/>
          <p:nvPr/>
        </p:nvSpPr>
        <p:spPr>
          <a:xfrm>
            <a:off x="1506071" y="259976"/>
            <a:ext cx="8139953" cy="560294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C3C8F9E4-3230-484D-803F-0044729E6768}"/>
              </a:ext>
            </a:extLst>
          </p:cNvPr>
          <p:cNvSpPr/>
          <p:nvPr/>
        </p:nvSpPr>
        <p:spPr>
          <a:xfrm>
            <a:off x="2994212" y="1147482"/>
            <a:ext cx="304800" cy="2868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38169742-4573-43E3-8A5F-B9C10343E14A}"/>
              </a:ext>
            </a:extLst>
          </p:cNvPr>
          <p:cNvSpPr/>
          <p:nvPr/>
        </p:nvSpPr>
        <p:spPr>
          <a:xfrm>
            <a:off x="7315200" y="851646"/>
            <a:ext cx="304800" cy="2868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000799A-5C0D-4704-99ED-3C86955E4916}"/>
              </a:ext>
            </a:extLst>
          </p:cNvPr>
          <p:cNvSpPr/>
          <p:nvPr/>
        </p:nvSpPr>
        <p:spPr>
          <a:xfrm>
            <a:off x="4231341" y="2537012"/>
            <a:ext cx="304800" cy="2868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32A1D8B-E129-40E1-91A9-29456A42B672}"/>
              </a:ext>
            </a:extLst>
          </p:cNvPr>
          <p:cNvSpPr/>
          <p:nvPr/>
        </p:nvSpPr>
        <p:spPr>
          <a:xfrm>
            <a:off x="2689412" y="2034987"/>
            <a:ext cx="304800" cy="2868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D413B5C4-FAC7-4F49-9F7B-6C518592C559}"/>
              </a:ext>
            </a:extLst>
          </p:cNvPr>
          <p:cNvSpPr/>
          <p:nvPr/>
        </p:nvSpPr>
        <p:spPr>
          <a:xfrm>
            <a:off x="7745506" y="1891551"/>
            <a:ext cx="304800" cy="2868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04608946-F38E-4AE2-8335-F1BF8F047DCA}"/>
              </a:ext>
            </a:extLst>
          </p:cNvPr>
          <p:cNvSpPr/>
          <p:nvPr/>
        </p:nvSpPr>
        <p:spPr>
          <a:xfrm>
            <a:off x="7315200" y="2680447"/>
            <a:ext cx="304800" cy="2868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313FD775-5D24-4017-BEC5-DFC97A455E60}"/>
              </a:ext>
            </a:extLst>
          </p:cNvPr>
          <p:cNvSpPr/>
          <p:nvPr/>
        </p:nvSpPr>
        <p:spPr>
          <a:xfrm>
            <a:off x="3926541" y="4885765"/>
            <a:ext cx="304800" cy="2868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BDB00EA-4835-42EA-9CBD-87AAC08E3A9B}"/>
              </a:ext>
            </a:extLst>
          </p:cNvPr>
          <p:cNvSpPr/>
          <p:nvPr/>
        </p:nvSpPr>
        <p:spPr>
          <a:xfrm>
            <a:off x="4805082" y="4607858"/>
            <a:ext cx="304800" cy="2868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AE29952D-A187-4FD9-B2CB-D0A3A91187A3}"/>
              </a:ext>
            </a:extLst>
          </p:cNvPr>
          <p:cNvSpPr/>
          <p:nvPr/>
        </p:nvSpPr>
        <p:spPr>
          <a:xfrm>
            <a:off x="1827215" y="636494"/>
            <a:ext cx="3256246" cy="2689412"/>
          </a:xfrm>
          <a:custGeom>
            <a:avLst/>
            <a:gdLst>
              <a:gd name="connsiteX0" fmla="*/ 3067514 w 3256246"/>
              <a:gd name="connsiteY0" fmla="*/ 2312894 h 2689412"/>
              <a:gd name="connsiteX1" fmla="*/ 2888220 w 3256246"/>
              <a:gd name="connsiteY1" fmla="*/ 2438400 h 2689412"/>
              <a:gd name="connsiteX2" fmla="*/ 2807538 w 3256246"/>
              <a:gd name="connsiteY2" fmla="*/ 2474259 h 2689412"/>
              <a:gd name="connsiteX3" fmla="*/ 2646173 w 3256246"/>
              <a:gd name="connsiteY3" fmla="*/ 2554941 h 2689412"/>
              <a:gd name="connsiteX4" fmla="*/ 2502738 w 3256246"/>
              <a:gd name="connsiteY4" fmla="*/ 2599765 h 2689412"/>
              <a:gd name="connsiteX5" fmla="*/ 2422056 w 3256246"/>
              <a:gd name="connsiteY5" fmla="*/ 2626659 h 2689412"/>
              <a:gd name="connsiteX6" fmla="*/ 2359303 w 3256246"/>
              <a:gd name="connsiteY6" fmla="*/ 2635624 h 2689412"/>
              <a:gd name="connsiteX7" fmla="*/ 2224832 w 3256246"/>
              <a:gd name="connsiteY7" fmla="*/ 2680447 h 2689412"/>
              <a:gd name="connsiteX8" fmla="*/ 2162079 w 3256246"/>
              <a:gd name="connsiteY8" fmla="*/ 2689412 h 2689412"/>
              <a:gd name="connsiteX9" fmla="*/ 1642126 w 3256246"/>
              <a:gd name="connsiteY9" fmla="*/ 2671482 h 2689412"/>
              <a:gd name="connsiteX10" fmla="*/ 1534550 w 3256246"/>
              <a:gd name="connsiteY10" fmla="*/ 2653553 h 2689412"/>
              <a:gd name="connsiteX11" fmla="*/ 1211820 w 3256246"/>
              <a:gd name="connsiteY11" fmla="*/ 2626659 h 2689412"/>
              <a:gd name="connsiteX12" fmla="*/ 1104244 w 3256246"/>
              <a:gd name="connsiteY12" fmla="*/ 2599765 h 2689412"/>
              <a:gd name="connsiteX13" fmla="*/ 889091 w 3256246"/>
              <a:gd name="connsiteY13" fmla="*/ 2554941 h 2689412"/>
              <a:gd name="connsiteX14" fmla="*/ 709797 w 3256246"/>
              <a:gd name="connsiteY14" fmla="*/ 2492188 h 2689412"/>
              <a:gd name="connsiteX15" fmla="*/ 629114 w 3256246"/>
              <a:gd name="connsiteY15" fmla="*/ 2474259 h 2689412"/>
              <a:gd name="connsiteX16" fmla="*/ 557397 w 3256246"/>
              <a:gd name="connsiteY16" fmla="*/ 2438400 h 2689412"/>
              <a:gd name="connsiteX17" fmla="*/ 494644 w 3256246"/>
              <a:gd name="connsiteY17" fmla="*/ 2411506 h 2689412"/>
              <a:gd name="connsiteX18" fmla="*/ 387067 w 3256246"/>
              <a:gd name="connsiteY18" fmla="*/ 2348753 h 2689412"/>
              <a:gd name="connsiteX19" fmla="*/ 315350 w 3256246"/>
              <a:gd name="connsiteY19" fmla="*/ 2286000 h 2689412"/>
              <a:gd name="connsiteX20" fmla="*/ 306385 w 3256246"/>
              <a:gd name="connsiteY20" fmla="*/ 2259106 h 2689412"/>
              <a:gd name="connsiteX21" fmla="*/ 252597 w 3256246"/>
              <a:gd name="connsiteY21" fmla="*/ 2151530 h 2689412"/>
              <a:gd name="connsiteX22" fmla="*/ 225703 w 3256246"/>
              <a:gd name="connsiteY22" fmla="*/ 2097741 h 2689412"/>
              <a:gd name="connsiteX23" fmla="*/ 207773 w 3256246"/>
              <a:gd name="connsiteY23" fmla="*/ 2052918 h 2689412"/>
              <a:gd name="connsiteX24" fmla="*/ 189844 w 3256246"/>
              <a:gd name="connsiteY24" fmla="*/ 1981200 h 2689412"/>
              <a:gd name="connsiteX25" fmla="*/ 162950 w 3256246"/>
              <a:gd name="connsiteY25" fmla="*/ 1936377 h 2689412"/>
              <a:gd name="connsiteX26" fmla="*/ 127091 w 3256246"/>
              <a:gd name="connsiteY26" fmla="*/ 1801906 h 2689412"/>
              <a:gd name="connsiteX27" fmla="*/ 100197 w 3256246"/>
              <a:gd name="connsiteY27" fmla="*/ 1739153 h 2689412"/>
              <a:gd name="connsiteX28" fmla="*/ 82267 w 3256246"/>
              <a:gd name="connsiteY28" fmla="*/ 1676400 h 2689412"/>
              <a:gd name="connsiteX29" fmla="*/ 55373 w 3256246"/>
              <a:gd name="connsiteY29" fmla="*/ 1613647 h 2689412"/>
              <a:gd name="connsiteX30" fmla="*/ 46409 w 3256246"/>
              <a:gd name="connsiteY30" fmla="*/ 1586753 h 2689412"/>
              <a:gd name="connsiteX31" fmla="*/ 37444 w 3256246"/>
              <a:gd name="connsiteY31" fmla="*/ 1479177 h 2689412"/>
              <a:gd name="connsiteX32" fmla="*/ 19514 w 3256246"/>
              <a:gd name="connsiteY32" fmla="*/ 1264024 h 2689412"/>
              <a:gd name="connsiteX33" fmla="*/ 10550 w 3256246"/>
              <a:gd name="connsiteY33" fmla="*/ 1228165 h 2689412"/>
              <a:gd name="connsiteX34" fmla="*/ 28479 w 3256246"/>
              <a:gd name="connsiteY34" fmla="*/ 779930 h 2689412"/>
              <a:gd name="connsiteX35" fmla="*/ 37444 w 3256246"/>
              <a:gd name="connsiteY35" fmla="*/ 484094 h 2689412"/>
              <a:gd name="connsiteX36" fmla="*/ 46409 w 3256246"/>
              <a:gd name="connsiteY36" fmla="*/ 448235 h 2689412"/>
              <a:gd name="connsiteX37" fmla="*/ 100197 w 3256246"/>
              <a:gd name="connsiteY37" fmla="*/ 394447 h 2689412"/>
              <a:gd name="connsiteX38" fmla="*/ 162950 w 3256246"/>
              <a:gd name="connsiteY38" fmla="*/ 304800 h 2689412"/>
              <a:gd name="connsiteX39" fmla="*/ 189844 w 3256246"/>
              <a:gd name="connsiteY39" fmla="*/ 295835 h 2689412"/>
              <a:gd name="connsiteX40" fmla="*/ 243632 w 3256246"/>
              <a:gd name="connsiteY40" fmla="*/ 259977 h 2689412"/>
              <a:gd name="connsiteX41" fmla="*/ 324314 w 3256246"/>
              <a:gd name="connsiteY41" fmla="*/ 224118 h 2689412"/>
              <a:gd name="connsiteX42" fmla="*/ 369138 w 3256246"/>
              <a:gd name="connsiteY42" fmla="*/ 197224 h 2689412"/>
              <a:gd name="connsiteX43" fmla="*/ 413961 w 3256246"/>
              <a:gd name="connsiteY43" fmla="*/ 179294 h 2689412"/>
              <a:gd name="connsiteX44" fmla="*/ 476714 w 3256246"/>
              <a:gd name="connsiteY44" fmla="*/ 152400 h 2689412"/>
              <a:gd name="connsiteX45" fmla="*/ 494644 w 3256246"/>
              <a:gd name="connsiteY45" fmla="*/ 134471 h 2689412"/>
              <a:gd name="connsiteX46" fmla="*/ 566361 w 3256246"/>
              <a:gd name="connsiteY46" fmla="*/ 107577 h 2689412"/>
              <a:gd name="connsiteX47" fmla="*/ 602220 w 3256246"/>
              <a:gd name="connsiteY47" fmla="*/ 89647 h 2689412"/>
              <a:gd name="connsiteX48" fmla="*/ 682903 w 3256246"/>
              <a:gd name="connsiteY48" fmla="*/ 71718 h 2689412"/>
              <a:gd name="connsiteX49" fmla="*/ 951844 w 3256246"/>
              <a:gd name="connsiteY49" fmla="*/ 44824 h 2689412"/>
              <a:gd name="connsiteX50" fmla="*/ 996667 w 3256246"/>
              <a:gd name="connsiteY50" fmla="*/ 35859 h 2689412"/>
              <a:gd name="connsiteX51" fmla="*/ 1050456 w 3256246"/>
              <a:gd name="connsiteY51" fmla="*/ 8965 h 2689412"/>
              <a:gd name="connsiteX52" fmla="*/ 1131138 w 3256246"/>
              <a:gd name="connsiteY52" fmla="*/ 0 h 2689412"/>
              <a:gd name="connsiteX53" fmla="*/ 1355256 w 3256246"/>
              <a:gd name="connsiteY53" fmla="*/ 8965 h 2689412"/>
              <a:gd name="connsiteX54" fmla="*/ 1418009 w 3256246"/>
              <a:gd name="connsiteY54" fmla="*/ 26894 h 2689412"/>
              <a:gd name="connsiteX55" fmla="*/ 1606267 w 3256246"/>
              <a:gd name="connsiteY55" fmla="*/ 35859 h 2689412"/>
              <a:gd name="connsiteX56" fmla="*/ 1731773 w 3256246"/>
              <a:gd name="connsiteY56" fmla="*/ 53788 h 2689412"/>
              <a:gd name="connsiteX57" fmla="*/ 1776597 w 3256246"/>
              <a:gd name="connsiteY57" fmla="*/ 62753 h 2689412"/>
              <a:gd name="connsiteX58" fmla="*/ 1928997 w 3256246"/>
              <a:gd name="connsiteY58" fmla="*/ 80682 h 2689412"/>
              <a:gd name="connsiteX59" fmla="*/ 2018644 w 3256246"/>
              <a:gd name="connsiteY59" fmla="*/ 116541 h 2689412"/>
              <a:gd name="connsiteX60" fmla="*/ 2054503 w 3256246"/>
              <a:gd name="connsiteY60" fmla="*/ 134471 h 2689412"/>
              <a:gd name="connsiteX61" fmla="*/ 2162079 w 3256246"/>
              <a:gd name="connsiteY61" fmla="*/ 179294 h 2689412"/>
              <a:gd name="connsiteX62" fmla="*/ 2180009 w 3256246"/>
              <a:gd name="connsiteY62" fmla="*/ 197224 h 2689412"/>
              <a:gd name="connsiteX63" fmla="*/ 2242761 w 3256246"/>
              <a:gd name="connsiteY63" fmla="*/ 233082 h 2689412"/>
              <a:gd name="connsiteX64" fmla="*/ 2269656 w 3256246"/>
              <a:gd name="connsiteY64" fmla="*/ 259977 h 2689412"/>
              <a:gd name="connsiteX65" fmla="*/ 2305514 w 3256246"/>
              <a:gd name="connsiteY65" fmla="*/ 286871 h 2689412"/>
              <a:gd name="connsiteX66" fmla="*/ 2350338 w 3256246"/>
              <a:gd name="connsiteY66" fmla="*/ 349624 h 2689412"/>
              <a:gd name="connsiteX67" fmla="*/ 2422056 w 3256246"/>
              <a:gd name="connsiteY67" fmla="*/ 421341 h 2689412"/>
              <a:gd name="connsiteX68" fmla="*/ 2439985 w 3256246"/>
              <a:gd name="connsiteY68" fmla="*/ 439271 h 2689412"/>
              <a:gd name="connsiteX69" fmla="*/ 2475844 w 3256246"/>
              <a:gd name="connsiteY69" fmla="*/ 466165 h 2689412"/>
              <a:gd name="connsiteX70" fmla="*/ 2502738 w 3256246"/>
              <a:gd name="connsiteY70" fmla="*/ 502024 h 2689412"/>
              <a:gd name="connsiteX71" fmla="*/ 2529632 w 3256246"/>
              <a:gd name="connsiteY71" fmla="*/ 519953 h 2689412"/>
              <a:gd name="connsiteX72" fmla="*/ 2592385 w 3256246"/>
              <a:gd name="connsiteY72" fmla="*/ 591671 h 2689412"/>
              <a:gd name="connsiteX73" fmla="*/ 2637209 w 3256246"/>
              <a:gd name="connsiteY73" fmla="*/ 636494 h 2689412"/>
              <a:gd name="connsiteX74" fmla="*/ 2655138 w 3256246"/>
              <a:gd name="connsiteY74" fmla="*/ 654424 h 2689412"/>
              <a:gd name="connsiteX75" fmla="*/ 2717891 w 3256246"/>
              <a:gd name="connsiteY75" fmla="*/ 744071 h 2689412"/>
              <a:gd name="connsiteX76" fmla="*/ 2735820 w 3256246"/>
              <a:gd name="connsiteY76" fmla="*/ 770965 h 2689412"/>
              <a:gd name="connsiteX77" fmla="*/ 2780644 w 3256246"/>
              <a:gd name="connsiteY77" fmla="*/ 815788 h 2689412"/>
              <a:gd name="connsiteX78" fmla="*/ 2798573 w 3256246"/>
              <a:gd name="connsiteY78" fmla="*/ 833718 h 2689412"/>
              <a:gd name="connsiteX79" fmla="*/ 2825467 w 3256246"/>
              <a:gd name="connsiteY79" fmla="*/ 869577 h 2689412"/>
              <a:gd name="connsiteX80" fmla="*/ 2870291 w 3256246"/>
              <a:gd name="connsiteY80" fmla="*/ 941294 h 2689412"/>
              <a:gd name="connsiteX81" fmla="*/ 2906150 w 3256246"/>
              <a:gd name="connsiteY81" fmla="*/ 1004047 h 2689412"/>
              <a:gd name="connsiteX82" fmla="*/ 2950973 w 3256246"/>
              <a:gd name="connsiteY82" fmla="*/ 1102659 h 2689412"/>
              <a:gd name="connsiteX83" fmla="*/ 2968903 w 3256246"/>
              <a:gd name="connsiteY83" fmla="*/ 1138518 h 2689412"/>
              <a:gd name="connsiteX84" fmla="*/ 2995797 w 3256246"/>
              <a:gd name="connsiteY84" fmla="*/ 1237130 h 2689412"/>
              <a:gd name="connsiteX85" fmla="*/ 3004761 w 3256246"/>
              <a:gd name="connsiteY85" fmla="*/ 1299882 h 2689412"/>
              <a:gd name="connsiteX86" fmla="*/ 3067514 w 3256246"/>
              <a:gd name="connsiteY86" fmla="*/ 1398494 h 2689412"/>
              <a:gd name="connsiteX87" fmla="*/ 3085444 w 3256246"/>
              <a:gd name="connsiteY87" fmla="*/ 1416424 h 2689412"/>
              <a:gd name="connsiteX88" fmla="*/ 3094409 w 3256246"/>
              <a:gd name="connsiteY88" fmla="*/ 1443318 h 2689412"/>
              <a:gd name="connsiteX89" fmla="*/ 3103373 w 3256246"/>
              <a:gd name="connsiteY89" fmla="*/ 1479177 h 2689412"/>
              <a:gd name="connsiteX90" fmla="*/ 3130267 w 3256246"/>
              <a:gd name="connsiteY90" fmla="*/ 1515035 h 2689412"/>
              <a:gd name="connsiteX91" fmla="*/ 3157161 w 3256246"/>
              <a:gd name="connsiteY91" fmla="*/ 1559859 h 2689412"/>
              <a:gd name="connsiteX92" fmla="*/ 3175091 w 3256246"/>
              <a:gd name="connsiteY92" fmla="*/ 1586753 h 2689412"/>
              <a:gd name="connsiteX93" fmla="*/ 3184056 w 3256246"/>
              <a:gd name="connsiteY93" fmla="*/ 1613647 h 2689412"/>
              <a:gd name="connsiteX94" fmla="*/ 3219914 w 3256246"/>
              <a:gd name="connsiteY94" fmla="*/ 1667435 h 2689412"/>
              <a:gd name="connsiteX95" fmla="*/ 3237844 w 3256246"/>
              <a:gd name="connsiteY95" fmla="*/ 1694330 h 2689412"/>
              <a:gd name="connsiteX96" fmla="*/ 3246809 w 3256246"/>
              <a:gd name="connsiteY96" fmla="*/ 1721224 h 2689412"/>
              <a:gd name="connsiteX97" fmla="*/ 3246809 w 3256246"/>
              <a:gd name="connsiteY97" fmla="*/ 1972235 h 2689412"/>
              <a:gd name="connsiteX98" fmla="*/ 3237844 w 3256246"/>
              <a:gd name="connsiteY98" fmla="*/ 1999130 h 2689412"/>
              <a:gd name="connsiteX99" fmla="*/ 3219914 w 3256246"/>
              <a:gd name="connsiteY99" fmla="*/ 2026024 h 2689412"/>
              <a:gd name="connsiteX100" fmla="*/ 3201985 w 3256246"/>
              <a:gd name="connsiteY100" fmla="*/ 2079812 h 2689412"/>
              <a:gd name="connsiteX101" fmla="*/ 3193020 w 3256246"/>
              <a:gd name="connsiteY101" fmla="*/ 2106706 h 2689412"/>
              <a:gd name="connsiteX102" fmla="*/ 3184056 w 3256246"/>
              <a:gd name="connsiteY102" fmla="*/ 2142565 h 2689412"/>
              <a:gd name="connsiteX103" fmla="*/ 3166126 w 3256246"/>
              <a:gd name="connsiteY103" fmla="*/ 2196353 h 2689412"/>
              <a:gd name="connsiteX104" fmla="*/ 3139232 w 3256246"/>
              <a:gd name="connsiteY104" fmla="*/ 2205318 h 2689412"/>
              <a:gd name="connsiteX105" fmla="*/ 3112338 w 3256246"/>
              <a:gd name="connsiteY105" fmla="*/ 2268071 h 2689412"/>
              <a:gd name="connsiteX106" fmla="*/ 3067514 w 3256246"/>
              <a:gd name="connsiteY106" fmla="*/ 2312894 h 2689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3256246" h="2689412">
                <a:moveTo>
                  <a:pt x="3067514" y="2312894"/>
                </a:moveTo>
                <a:cubicBezTo>
                  <a:pt x="3030161" y="2341282"/>
                  <a:pt x="2970233" y="2401949"/>
                  <a:pt x="2888220" y="2438400"/>
                </a:cubicBezTo>
                <a:cubicBezTo>
                  <a:pt x="2861326" y="2450353"/>
                  <a:pt x="2833862" y="2461097"/>
                  <a:pt x="2807538" y="2474259"/>
                </a:cubicBezTo>
                <a:cubicBezTo>
                  <a:pt x="2704792" y="2525632"/>
                  <a:pt x="2751465" y="2513994"/>
                  <a:pt x="2646173" y="2554941"/>
                </a:cubicBezTo>
                <a:cubicBezTo>
                  <a:pt x="2577420" y="2581678"/>
                  <a:pt x="2567756" y="2579446"/>
                  <a:pt x="2502738" y="2599765"/>
                </a:cubicBezTo>
                <a:cubicBezTo>
                  <a:pt x="2475680" y="2608221"/>
                  <a:pt x="2449558" y="2619783"/>
                  <a:pt x="2422056" y="2626659"/>
                </a:cubicBezTo>
                <a:cubicBezTo>
                  <a:pt x="2401557" y="2631784"/>
                  <a:pt x="2379964" y="2631197"/>
                  <a:pt x="2359303" y="2635624"/>
                </a:cubicBezTo>
                <a:cubicBezTo>
                  <a:pt x="2228767" y="2663596"/>
                  <a:pt x="2367659" y="2642360"/>
                  <a:pt x="2224832" y="2680447"/>
                </a:cubicBezTo>
                <a:cubicBezTo>
                  <a:pt x="2204415" y="2685891"/>
                  <a:pt x="2182997" y="2686424"/>
                  <a:pt x="2162079" y="2689412"/>
                </a:cubicBezTo>
                <a:cubicBezTo>
                  <a:pt x="1988761" y="2683435"/>
                  <a:pt x="1815264" y="2681376"/>
                  <a:pt x="1642126" y="2671482"/>
                </a:cubicBezTo>
                <a:cubicBezTo>
                  <a:pt x="1605832" y="2669408"/>
                  <a:pt x="1570654" y="2657800"/>
                  <a:pt x="1534550" y="2653553"/>
                </a:cubicBezTo>
                <a:cubicBezTo>
                  <a:pt x="1433830" y="2641704"/>
                  <a:pt x="1315317" y="2634052"/>
                  <a:pt x="1211820" y="2626659"/>
                </a:cubicBezTo>
                <a:cubicBezTo>
                  <a:pt x="1175961" y="2617694"/>
                  <a:pt x="1140429" y="2607304"/>
                  <a:pt x="1104244" y="2599765"/>
                </a:cubicBezTo>
                <a:cubicBezTo>
                  <a:pt x="916596" y="2560671"/>
                  <a:pt x="1076277" y="2605992"/>
                  <a:pt x="889091" y="2554941"/>
                </a:cubicBezTo>
                <a:cubicBezTo>
                  <a:pt x="620048" y="2481566"/>
                  <a:pt x="981676" y="2578044"/>
                  <a:pt x="709797" y="2492188"/>
                </a:cubicBezTo>
                <a:cubicBezTo>
                  <a:pt x="683525" y="2483892"/>
                  <a:pt x="656008" y="2480235"/>
                  <a:pt x="629114" y="2474259"/>
                </a:cubicBezTo>
                <a:cubicBezTo>
                  <a:pt x="605208" y="2462306"/>
                  <a:pt x="581617" y="2449703"/>
                  <a:pt x="557397" y="2438400"/>
                </a:cubicBezTo>
                <a:cubicBezTo>
                  <a:pt x="536774" y="2428776"/>
                  <a:pt x="514783" y="2422105"/>
                  <a:pt x="494644" y="2411506"/>
                </a:cubicBezTo>
                <a:cubicBezTo>
                  <a:pt x="457907" y="2392171"/>
                  <a:pt x="416421" y="2378108"/>
                  <a:pt x="387067" y="2348753"/>
                </a:cubicBezTo>
                <a:cubicBezTo>
                  <a:pt x="340644" y="2302329"/>
                  <a:pt x="364732" y="2323036"/>
                  <a:pt x="315350" y="2286000"/>
                </a:cubicBezTo>
                <a:cubicBezTo>
                  <a:pt x="312362" y="2277035"/>
                  <a:pt x="310295" y="2267709"/>
                  <a:pt x="306385" y="2259106"/>
                </a:cubicBezTo>
                <a:lnTo>
                  <a:pt x="252597" y="2151530"/>
                </a:lnTo>
                <a:cubicBezTo>
                  <a:pt x="243632" y="2133600"/>
                  <a:pt x="233148" y="2116353"/>
                  <a:pt x="225703" y="2097741"/>
                </a:cubicBezTo>
                <a:cubicBezTo>
                  <a:pt x="219726" y="2082800"/>
                  <a:pt x="212505" y="2068298"/>
                  <a:pt x="207773" y="2052918"/>
                </a:cubicBezTo>
                <a:cubicBezTo>
                  <a:pt x="200526" y="2029366"/>
                  <a:pt x="198690" y="2004199"/>
                  <a:pt x="189844" y="1981200"/>
                </a:cubicBezTo>
                <a:cubicBezTo>
                  <a:pt x="183589" y="1964937"/>
                  <a:pt x="171915" y="1951318"/>
                  <a:pt x="162950" y="1936377"/>
                </a:cubicBezTo>
                <a:cubicBezTo>
                  <a:pt x="156066" y="1908843"/>
                  <a:pt x="137379" y="1830714"/>
                  <a:pt x="127091" y="1801906"/>
                </a:cubicBezTo>
                <a:cubicBezTo>
                  <a:pt x="119437" y="1780474"/>
                  <a:pt x="107851" y="1760585"/>
                  <a:pt x="100197" y="1739153"/>
                </a:cubicBezTo>
                <a:cubicBezTo>
                  <a:pt x="92880" y="1718666"/>
                  <a:pt x="89584" y="1696887"/>
                  <a:pt x="82267" y="1676400"/>
                </a:cubicBezTo>
                <a:cubicBezTo>
                  <a:pt x="74613" y="1654968"/>
                  <a:pt x="63825" y="1634777"/>
                  <a:pt x="55373" y="1613647"/>
                </a:cubicBezTo>
                <a:cubicBezTo>
                  <a:pt x="51864" y="1604873"/>
                  <a:pt x="49397" y="1595718"/>
                  <a:pt x="46409" y="1586753"/>
                </a:cubicBezTo>
                <a:cubicBezTo>
                  <a:pt x="43421" y="1550894"/>
                  <a:pt x="39920" y="1515075"/>
                  <a:pt x="37444" y="1479177"/>
                </a:cubicBezTo>
                <a:cubicBezTo>
                  <a:pt x="30889" y="1384134"/>
                  <a:pt x="34160" y="1344578"/>
                  <a:pt x="19514" y="1264024"/>
                </a:cubicBezTo>
                <a:cubicBezTo>
                  <a:pt x="17310" y="1251902"/>
                  <a:pt x="13538" y="1240118"/>
                  <a:pt x="10550" y="1228165"/>
                </a:cubicBezTo>
                <a:cubicBezTo>
                  <a:pt x="-11613" y="1006542"/>
                  <a:pt x="4410" y="1219179"/>
                  <a:pt x="28479" y="779930"/>
                </a:cubicBezTo>
                <a:cubicBezTo>
                  <a:pt x="33877" y="681421"/>
                  <a:pt x="32119" y="582607"/>
                  <a:pt x="37444" y="484094"/>
                </a:cubicBezTo>
                <a:cubicBezTo>
                  <a:pt x="38109" y="471791"/>
                  <a:pt x="39343" y="458329"/>
                  <a:pt x="46409" y="448235"/>
                </a:cubicBezTo>
                <a:cubicBezTo>
                  <a:pt x="60950" y="427463"/>
                  <a:pt x="86132" y="415544"/>
                  <a:pt x="100197" y="394447"/>
                </a:cubicBezTo>
                <a:cubicBezTo>
                  <a:pt x="101267" y="392842"/>
                  <a:pt x="152995" y="313096"/>
                  <a:pt x="162950" y="304800"/>
                </a:cubicBezTo>
                <a:cubicBezTo>
                  <a:pt x="170209" y="298750"/>
                  <a:pt x="181584" y="300424"/>
                  <a:pt x="189844" y="295835"/>
                </a:cubicBezTo>
                <a:cubicBezTo>
                  <a:pt x="208681" y="285370"/>
                  <a:pt x="225155" y="271063"/>
                  <a:pt x="243632" y="259977"/>
                </a:cubicBezTo>
                <a:cubicBezTo>
                  <a:pt x="291169" y="231455"/>
                  <a:pt x="270352" y="251098"/>
                  <a:pt x="324314" y="224118"/>
                </a:cubicBezTo>
                <a:cubicBezTo>
                  <a:pt x="339899" y="216326"/>
                  <a:pt x="353553" y="205016"/>
                  <a:pt x="369138" y="197224"/>
                </a:cubicBezTo>
                <a:cubicBezTo>
                  <a:pt x="383531" y="190027"/>
                  <a:pt x="399256" y="185830"/>
                  <a:pt x="413961" y="179294"/>
                </a:cubicBezTo>
                <a:cubicBezTo>
                  <a:pt x="480422" y="149755"/>
                  <a:pt x="421480" y="170812"/>
                  <a:pt x="476714" y="152400"/>
                </a:cubicBezTo>
                <a:cubicBezTo>
                  <a:pt x="482691" y="146424"/>
                  <a:pt x="487306" y="138664"/>
                  <a:pt x="494644" y="134471"/>
                </a:cubicBezTo>
                <a:cubicBezTo>
                  <a:pt x="531807" y="113235"/>
                  <a:pt x="533851" y="121510"/>
                  <a:pt x="566361" y="107577"/>
                </a:cubicBezTo>
                <a:cubicBezTo>
                  <a:pt x="578644" y="102313"/>
                  <a:pt x="589937" y="94911"/>
                  <a:pt x="602220" y="89647"/>
                </a:cubicBezTo>
                <a:cubicBezTo>
                  <a:pt x="630309" y="77608"/>
                  <a:pt x="650663" y="77091"/>
                  <a:pt x="682903" y="71718"/>
                </a:cubicBezTo>
                <a:cubicBezTo>
                  <a:pt x="804787" y="31088"/>
                  <a:pt x="717808" y="54575"/>
                  <a:pt x="951844" y="44824"/>
                </a:cubicBezTo>
                <a:cubicBezTo>
                  <a:pt x="966785" y="41836"/>
                  <a:pt x="982347" y="41066"/>
                  <a:pt x="996667" y="35859"/>
                </a:cubicBezTo>
                <a:cubicBezTo>
                  <a:pt x="1015506" y="29008"/>
                  <a:pt x="1031087" y="14130"/>
                  <a:pt x="1050456" y="8965"/>
                </a:cubicBezTo>
                <a:cubicBezTo>
                  <a:pt x="1076602" y="1993"/>
                  <a:pt x="1104244" y="2988"/>
                  <a:pt x="1131138" y="0"/>
                </a:cubicBezTo>
                <a:cubicBezTo>
                  <a:pt x="1205844" y="2988"/>
                  <a:pt x="1280817" y="1986"/>
                  <a:pt x="1355256" y="8965"/>
                </a:cubicBezTo>
                <a:cubicBezTo>
                  <a:pt x="1376916" y="10996"/>
                  <a:pt x="1396378" y="24576"/>
                  <a:pt x="1418009" y="26894"/>
                </a:cubicBezTo>
                <a:cubicBezTo>
                  <a:pt x="1480475" y="33587"/>
                  <a:pt x="1543514" y="32871"/>
                  <a:pt x="1606267" y="35859"/>
                </a:cubicBezTo>
                <a:cubicBezTo>
                  <a:pt x="1648102" y="41835"/>
                  <a:pt x="1690334" y="45500"/>
                  <a:pt x="1731773" y="53788"/>
                </a:cubicBezTo>
                <a:cubicBezTo>
                  <a:pt x="1746714" y="56776"/>
                  <a:pt x="1761477" y="60863"/>
                  <a:pt x="1776597" y="62753"/>
                </a:cubicBezTo>
                <a:cubicBezTo>
                  <a:pt x="1988843" y="89284"/>
                  <a:pt x="1790042" y="57525"/>
                  <a:pt x="1928997" y="80682"/>
                </a:cubicBezTo>
                <a:cubicBezTo>
                  <a:pt x="2083784" y="158078"/>
                  <a:pt x="1908033" y="75062"/>
                  <a:pt x="2018644" y="116541"/>
                </a:cubicBezTo>
                <a:cubicBezTo>
                  <a:pt x="2031157" y="121233"/>
                  <a:pt x="2042260" y="129114"/>
                  <a:pt x="2054503" y="134471"/>
                </a:cubicBezTo>
                <a:cubicBezTo>
                  <a:pt x="2090093" y="150042"/>
                  <a:pt x="2162079" y="179294"/>
                  <a:pt x="2162079" y="179294"/>
                </a:cubicBezTo>
                <a:cubicBezTo>
                  <a:pt x="2168056" y="185271"/>
                  <a:pt x="2172976" y="192535"/>
                  <a:pt x="2180009" y="197224"/>
                </a:cubicBezTo>
                <a:cubicBezTo>
                  <a:pt x="2223848" y="226451"/>
                  <a:pt x="2206082" y="202517"/>
                  <a:pt x="2242761" y="233082"/>
                </a:cubicBezTo>
                <a:cubicBezTo>
                  <a:pt x="2252501" y="241199"/>
                  <a:pt x="2260030" y="251726"/>
                  <a:pt x="2269656" y="259977"/>
                </a:cubicBezTo>
                <a:cubicBezTo>
                  <a:pt x="2281000" y="269701"/>
                  <a:pt x="2294036" y="277306"/>
                  <a:pt x="2305514" y="286871"/>
                </a:cubicBezTo>
                <a:cubicBezTo>
                  <a:pt x="2340125" y="315713"/>
                  <a:pt x="2310109" y="300454"/>
                  <a:pt x="2350338" y="349624"/>
                </a:cubicBezTo>
                <a:cubicBezTo>
                  <a:pt x="2350365" y="349657"/>
                  <a:pt x="2406109" y="405394"/>
                  <a:pt x="2422056" y="421341"/>
                </a:cubicBezTo>
                <a:cubicBezTo>
                  <a:pt x="2428033" y="427318"/>
                  <a:pt x="2433223" y="434200"/>
                  <a:pt x="2439985" y="439271"/>
                </a:cubicBezTo>
                <a:cubicBezTo>
                  <a:pt x="2451938" y="448236"/>
                  <a:pt x="2465279" y="455600"/>
                  <a:pt x="2475844" y="466165"/>
                </a:cubicBezTo>
                <a:cubicBezTo>
                  <a:pt x="2486409" y="476730"/>
                  <a:pt x="2492173" y="491459"/>
                  <a:pt x="2502738" y="502024"/>
                </a:cubicBezTo>
                <a:cubicBezTo>
                  <a:pt x="2510356" y="509642"/>
                  <a:pt x="2521452" y="512941"/>
                  <a:pt x="2529632" y="519953"/>
                </a:cubicBezTo>
                <a:cubicBezTo>
                  <a:pt x="2583890" y="566460"/>
                  <a:pt x="2548424" y="542216"/>
                  <a:pt x="2592385" y="591671"/>
                </a:cubicBezTo>
                <a:cubicBezTo>
                  <a:pt x="2606423" y="607464"/>
                  <a:pt x="2622268" y="621553"/>
                  <a:pt x="2637209" y="636494"/>
                </a:cubicBezTo>
                <a:cubicBezTo>
                  <a:pt x="2643186" y="642471"/>
                  <a:pt x="2650067" y="647662"/>
                  <a:pt x="2655138" y="654424"/>
                </a:cubicBezTo>
                <a:cubicBezTo>
                  <a:pt x="2694961" y="707520"/>
                  <a:pt x="2673746" y="677852"/>
                  <a:pt x="2717891" y="744071"/>
                </a:cubicBezTo>
                <a:cubicBezTo>
                  <a:pt x="2723867" y="753036"/>
                  <a:pt x="2728201" y="763347"/>
                  <a:pt x="2735820" y="770965"/>
                </a:cubicBezTo>
                <a:lnTo>
                  <a:pt x="2780644" y="815788"/>
                </a:lnTo>
                <a:cubicBezTo>
                  <a:pt x="2786621" y="821765"/>
                  <a:pt x="2793502" y="826956"/>
                  <a:pt x="2798573" y="833718"/>
                </a:cubicBezTo>
                <a:cubicBezTo>
                  <a:pt x="2807538" y="845671"/>
                  <a:pt x="2816783" y="857419"/>
                  <a:pt x="2825467" y="869577"/>
                </a:cubicBezTo>
                <a:cubicBezTo>
                  <a:pt x="2839480" y="889195"/>
                  <a:pt x="2859819" y="922444"/>
                  <a:pt x="2870291" y="941294"/>
                </a:cubicBezTo>
                <a:cubicBezTo>
                  <a:pt x="2908203" y="1009536"/>
                  <a:pt x="2868581" y="947695"/>
                  <a:pt x="2906150" y="1004047"/>
                </a:cubicBezTo>
                <a:cubicBezTo>
                  <a:pt x="2923565" y="1056297"/>
                  <a:pt x="2910889" y="1022491"/>
                  <a:pt x="2950973" y="1102659"/>
                </a:cubicBezTo>
                <a:cubicBezTo>
                  <a:pt x="2956950" y="1114612"/>
                  <a:pt x="2964677" y="1125840"/>
                  <a:pt x="2968903" y="1138518"/>
                </a:cubicBezTo>
                <a:cubicBezTo>
                  <a:pt x="2986410" y="1191041"/>
                  <a:pt x="2987350" y="1186448"/>
                  <a:pt x="2995797" y="1237130"/>
                </a:cubicBezTo>
                <a:cubicBezTo>
                  <a:pt x="2999271" y="1257972"/>
                  <a:pt x="2998547" y="1279687"/>
                  <a:pt x="3004761" y="1299882"/>
                </a:cubicBezTo>
                <a:cubicBezTo>
                  <a:pt x="3016914" y="1339377"/>
                  <a:pt x="3041372" y="1367995"/>
                  <a:pt x="3067514" y="1398494"/>
                </a:cubicBezTo>
                <a:cubicBezTo>
                  <a:pt x="3073015" y="1404911"/>
                  <a:pt x="3079467" y="1410447"/>
                  <a:pt x="3085444" y="1416424"/>
                </a:cubicBezTo>
                <a:cubicBezTo>
                  <a:pt x="3088432" y="1425389"/>
                  <a:pt x="3091813" y="1434232"/>
                  <a:pt x="3094409" y="1443318"/>
                </a:cubicBezTo>
                <a:cubicBezTo>
                  <a:pt x="3097794" y="1455165"/>
                  <a:pt x="3097863" y="1468157"/>
                  <a:pt x="3103373" y="1479177"/>
                </a:cubicBezTo>
                <a:cubicBezTo>
                  <a:pt x="3110055" y="1492541"/>
                  <a:pt x="3121979" y="1502603"/>
                  <a:pt x="3130267" y="1515035"/>
                </a:cubicBezTo>
                <a:cubicBezTo>
                  <a:pt x="3139932" y="1529533"/>
                  <a:pt x="3147926" y="1545083"/>
                  <a:pt x="3157161" y="1559859"/>
                </a:cubicBezTo>
                <a:cubicBezTo>
                  <a:pt x="3162871" y="1568996"/>
                  <a:pt x="3170272" y="1577116"/>
                  <a:pt x="3175091" y="1586753"/>
                </a:cubicBezTo>
                <a:cubicBezTo>
                  <a:pt x="3179317" y="1595205"/>
                  <a:pt x="3179467" y="1605387"/>
                  <a:pt x="3184056" y="1613647"/>
                </a:cubicBezTo>
                <a:cubicBezTo>
                  <a:pt x="3194521" y="1632484"/>
                  <a:pt x="3207961" y="1649506"/>
                  <a:pt x="3219914" y="1667435"/>
                </a:cubicBezTo>
                <a:cubicBezTo>
                  <a:pt x="3225891" y="1676400"/>
                  <a:pt x="3234437" y="1684108"/>
                  <a:pt x="3237844" y="1694330"/>
                </a:cubicBezTo>
                <a:lnTo>
                  <a:pt x="3246809" y="1721224"/>
                </a:lnTo>
                <a:cubicBezTo>
                  <a:pt x="3257205" y="1845991"/>
                  <a:pt x="3261406" y="1833557"/>
                  <a:pt x="3246809" y="1972235"/>
                </a:cubicBezTo>
                <a:cubicBezTo>
                  <a:pt x="3245820" y="1981633"/>
                  <a:pt x="3242070" y="1990678"/>
                  <a:pt x="3237844" y="1999130"/>
                </a:cubicBezTo>
                <a:cubicBezTo>
                  <a:pt x="3233026" y="2008767"/>
                  <a:pt x="3225891" y="2017059"/>
                  <a:pt x="3219914" y="2026024"/>
                </a:cubicBezTo>
                <a:lnTo>
                  <a:pt x="3201985" y="2079812"/>
                </a:lnTo>
                <a:cubicBezTo>
                  <a:pt x="3198997" y="2088777"/>
                  <a:pt x="3195312" y="2097538"/>
                  <a:pt x="3193020" y="2106706"/>
                </a:cubicBezTo>
                <a:cubicBezTo>
                  <a:pt x="3190032" y="2118659"/>
                  <a:pt x="3187596" y="2130764"/>
                  <a:pt x="3184056" y="2142565"/>
                </a:cubicBezTo>
                <a:cubicBezTo>
                  <a:pt x="3178625" y="2160667"/>
                  <a:pt x="3184055" y="2190376"/>
                  <a:pt x="3166126" y="2196353"/>
                </a:cubicBezTo>
                <a:lnTo>
                  <a:pt x="3139232" y="2205318"/>
                </a:lnTo>
                <a:cubicBezTo>
                  <a:pt x="3133318" y="2228974"/>
                  <a:pt x="3132148" y="2250737"/>
                  <a:pt x="3112338" y="2268071"/>
                </a:cubicBezTo>
                <a:cubicBezTo>
                  <a:pt x="3061401" y="2312641"/>
                  <a:pt x="3104867" y="2284506"/>
                  <a:pt x="3067514" y="2312894"/>
                </a:cubicBez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D15A2778-E549-460E-AF39-387F826D4C18}"/>
              </a:ext>
            </a:extLst>
          </p:cNvPr>
          <p:cNvSpPr/>
          <p:nvPr/>
        </p:nvSpPr>
        <p:spPr>
          <a:xfrm>
            <a:off x="6473709" y="428203"/>
            <a:ext cx="2027756" cy="2731059"/>
          </a:xfrm>
          <a:custGeom>
            <a:avLst/>
            <a:gdLst>
              <a:gd name="connsiteX0" fmla="*/ 1696062 w 2027756"/>
              <a:gd name="connsiteY0" fmla="*/ 2548079 h 2731059"/>
              <a:gd name="connsiteX1" fmla="*/ 1597450 w 2027756"/>
              <a:gd name="connsiteY1" fmla="*/ 2610832 h 2731059"/>
              <a:gd name="connsiteX2" fmla="*/ 1570556 w 2027756"/>
              <a:gd name="connsiteY2" fmla="*/ 2628762 h 2731059"/>
              <a:gd name="connsiteX3" fmla="*/ 1525733 w 2027756"/>
              <a:gd name="connsiteY3" fmla="*/ 2646691 h 2731059"/>
              <a:gd name="connsiteX4" fmla="*/ 1454015 w 2027756"/>
              <a:gd name="connsiteY4" fmla="*/ 2673585 h 2731059"/>
              <a:gd name="connsiteX5" fmla="*/ 1427121 w 2027756"/>
              <a:gd name="connsiteY5" fmla="*/ 2691515 h 2731059"/>
              <a:gd name="connsiteX6" fmla="*/ 1382297 w 2027756"/>
              <a:gd name="connsiteY6" fmla="*/ 2700479 h 2731059"/>
              <a:gd name="connsiteX7" fmla="*/ 1176109 w 2027756"/>
              <a:gd name="connsiteY7" fmla="*/ 2709444 h 2731059"/>
              <a:gd name="connsiteX8" fmla="*/ 889239 w 2027756"/>
              <a:gd name="connsiteY8" fmla="*/ 2718409 h 2731059"/>
              <a:gd name="connsiteX9" fmla="*/ 835450 w 2027756"/>
              <a:gd name="connsiteY9" fmla="*/ 2664621 h 2731059"/>
              <a:gd name="connsiteX10" fmla="*/ 718909 w 2027756"/>
              <a:gd name="connsiteY10" fmla="*/ 2601868 h 2731059"/>
              <a:gd name="connsiteX11" fmla="*/ 593403 w 2027756"/>
              <a:gd name="connsiteY11" fmla="*/ 2557044 h 2731059"/>
              <a:gd name="connsiteX12" fmla="*/ 521686 w 2027756"/>
              <a:gd name="connsiteY12" fmla="*/ 2530150 h 2731059"/>
              <a:gd name="connsiteX13" fmla="*/ 476862 w 2027756"/>
              <a:gd name="connsiteY13" fmla="*/ 2503256 h 2731059"/>
              <a:gd name="connsiteX14" fmla="*/ 423074 w 2027756"/>
              <a:gd name="connsiteY14" fmla="*/ 2476362 h 2731059"/>
              <a:gd name="connsiteX15" fmla="*/ 306533 w 2027756"/>
              <a:gd name="connsiteY15" fmla="*/ 2377750 h 2731059"/>
              <a:gd name="connsiteX16" fmla="*/ 261709 w 2027756"/>
              <a:gd name="connsiteY16" fmla="*/ 2306032 h 2731059"/>
              <a:gd name="connsiteX17" fmla="*/ 225850 w 2027756"/>
              <a:gd name="connsiteY17" fmla="*/ 2261209 h 2731059"/>
              <a:gd name="connsiteX18" fmla="*/ 207921 w 2027756"/>
              <a:gd name="connsiteY18" fmla="*/ 2207421 h 2731059"/>
              <a:gd name="connsiteX19" fmla="*/ 189992 w 2027756"/>
              <a:gd name="connsiteY19" fmla="*/ 2144668 h 2731059"/>
              <a:gd name="connsiteX20" fmla="*/ 163097 w 2027756"/>
              <a:gd name="connsiteY20" fmla="*/ 2072950 h 2731059"/>
              <a:gd name="connsiteX21" fmla="*/ 145168 w 2027756"/>
              <a:gd name="connsiteY21" fmla="*/ 2010197 h 2731059"/>
              <a:gd name="connsiteX22" fmla="*/ 118274 w 2027756"/>
              <a:gd name="connsiteY22" fmla="*/ 1947444 h 2731059"/>
              <a:gd name="connsiteX23" fmla="*/ 82415 w 2027756"/>
              <a:gd name="connsiteY23" fmla="*/ 1821938 h 2731059"/>
              <a:gd name="connsiteX24" fmla="*/ 55521 w 2027756"/>
              <a:gd name="connsiteY24" fmla="*/ 1723326 h 2731059"/>
              <a:gd name="connsiteX25" fmla="*/ 19662 w 2027756"/>
              <a:gd name="connsiteY25" fmla="*/ 1597821 h 2731059"/>
              <a:gd name="connsiteX26" fmla="*/ 28627 w 2027756"/>
              <a:gd name="connsiteY26" fmla="*/ 1212338 h 2731059"/>
              <a:gd name="connsiteX27" fmla="*/ 64486 w 2027756"/>
              <a:gd name="connsiteY27" fmla="*/ 1077868 h 2731059"/>
              <a:gd name="connsiteX28" fmla="*/ 91380 w 2027756"/>
              <a:gd name="connsiteY28" fmla="*/ 1015115 h 2731059"/>
              <a:gd name="connsiteX29" fmla="*/ 109309 w 2027756"/>
              <a:gd name="connsiteY29" fmla="*/ 952362 h 2731059"/>
              <a:gd name="connsiteX30" fmla="*/ 136203 w 2027756"/>
              <a:gd name="connsiteY30" fmla="*/ 889609 h 2731059"/>
              <a:gd name="connsiteX31" fmla="*/ 172062 w 2027756"/>
              <a:gd name="connsiteY31" fmla="*/ 746173 h 2731059"/>
              <a:gd name="connsiteX32" fmla="*/ 234815 w 2027756"/>
              <a:gd name="connsiteY32" fmla="*/ 584809 h 2731059"/>
              <a:gd name="connsiteX33" fmla="*/ 270674 w 2027756"/>
              <a:gd name="connsiteY33" fmla="*/ 513091 h 2731059"/>
              <a:gd name="connsiteX34" fmla="*/ 288603 w 2027756"/>
              <a:gd name="connsiteY34" fmla="*/ 468268 h 2731059"/>
              <a:gd name="connsiteX35" fmla="*/ 333427 w 2027756"/>
              <a:gd name="connsiteY35" fmla="*/ 396550 h 2731059"/>
              <a:gd name="connsiteX36" fmla="*/ 351356 w 2027756"/>
              <a:gd name="connsiteY36" fmla="*/ 360691 h 2731059"/>
              <a:gd name="connsiteX37" fmla="*/ 360321 w 2027756"/>
              <a:gd name="connsiteY37" fmla="*/ 333797 h 2731059"/>
              <a:gd name="connsiteX38" fmla="*/ 414109 w 2027756"/>
              <a:gd name="connsiteY38" fmla="*/ 262079 h 2731059"/>
              <a:gd name="connsiteX39" fmla="*/ 467897 w 2027756"/>
              <a:gd name="connsiteY39" fmla="*/ 199326 h 2731059"/>
              <a:gd name="connsiteX40" fmla="*/ 494792 w 2027756"/>
              <a:gd name="connsiteY40" fmla="*/ 181397 h 2731059"/>
              <a:gd name="connsiteX41" fmla="*/ 530650 w 2027756"/>
              <a:gd name="connsiteY41" fmla="*/ 154503 h 2731059"/>
              <a:gd name="connsiteX42" fmla="*/ 584439 w 2027756"/>
              <a:gd name="connsiteY42" fmla="*/ 109679 h 2731059"/>
              <a:gd name="connsiteX43" fmla="*/ 620297 w 2027756"/>
              <a:gd name="connsiteY43" fmla="*/ 100715 h 2731059"/>
              <a:gd name="connsiteX44" fmla="*/ 718909 w 2027756"/>
              <a:gd name="connsiteY44" fmla="*/ 64856 h 2731059"/>
              <a:gd name="connsiteX45" fmla="*/ 781662 w 2027756"/>
              <a:gd name="connsiteY45" fmla="*/ 46926 h 2731059"/>
              <a:gd name="connsiteX46" fmla="*/ 862345 w 2027756"/>
              <a:gd name="connsiteY46" fmla="*/ 28997 h 2731059"/>
              <a:gd name="connsiteX47" fmla="*/ 898203 w 2027756"/>
              <a:gd name="connsiteY47" fmla="*/ 20032 h 2731059"/>
              <a:gd name="connsiteX48" fmla="*/ 1005780 w 2027756"/>
              <a:gd name="connsiteY48" fmla="*/ 11068 h 2731059"/>
              <a:gd name="connsiteX49" fmla="*/ 1122321 w 2027756"/>
              <a:gd name="connsiteY49" fmla="*/ 11068 h 2731059"/>
              <a:gd name="connsiteX50" fmla="*/ 1167145 w 2027756"/>
              <a:gd name="connsiteY50" fmla="*/ 46926 h 2731059"/>
              <a:gd name="connsiteX51" fmla="*/ 1194039 w 2027756"/>
              <a:gd name="connsiteY51" fmla="*/ 55891 h 2731059"/>
              <a:gd name="connsiteX52" fmla="*/ 1229897 w 2027756"/>
              <a:gd name="connsiteY52" fmla="*/ 82785 h 2731059"/>
              <a:gd name="connsiteX53" fmla="*/ 1256792 w 2027756"/>
              <a:gd name="connsiteY53" fmla="*/ 100715 h 2731059"/>
              <a:gd name="connsiteX54" fmla="*/ 1319545 w 2027756"/>
              <a:gd name="connsiteY54" fmla="*/ 163468 h 2731059"/>
              <a:gd name="connsiteX55" fmla="*/ 1355403 w 2027756"/>
              <a:gd name="connsiteY55" fmla="*/ 190362 h 2731059"/>
              <a:gd name="connsiteX56" fmla="*/ 1382297 w 2027756"/>
              <a:gd name="connsiteY56" fmla="*/ 226221 h 2731059"/>
              <a:gd name="connsiteX57" fmla="*/ 1427121 w 2027756"/>
              <a:gd name="connsiteY57" fmla="*/ 271044 h 2731059"/>
              <a:gd name="connsiteX58" fmla="*/ 1498839 w 2027756"/>
              <a:gd name="connsiteY58" fmla="*/ 342762 h 2731059"/>
              <a:gd name="connsiteX59" fmla="*/ 1543662 w 2027756"/>
              <a:gd name="connsiteY59" fmla="*/ 423444 h 2731059"/>
              <a:gd name="connsiteX60" fmla="*/ 1561592 w 2027756"/>
              <a:gd name="connsiteY60" fmla="*/ 450338 h 2731059"/>
              <a:gd name="connsiteX61" fmla="*/ 1579521 w 2027756"/>
              <a:gd name="connsiteY61" fmla="*/ 468268 h 2731059"/>
              <a:gd name="connsiteX62" fmla="*/ 1615380 w 2027756"/>
              <a:gd name="connsiteY62" fmla="*/ 513091 h 2731059"/>
              <a:gd name="connsiteX63" fmla="*/ 1651239 w 2027756"/>
              <a:gd name="connsiteY63" fmla="*/ 575844 h 2731059"/>
              <a:gd name="connsiteX64" fmla="*/ 1660203 w 2027756"/>
              <a:gd name="connsiteY64" fmla="*/ 602738 h 2731059"/>
              <a:gd name="connsiteX65" fmla="*/ 1678133 w 2027756"/>
              <a:gd name="connsiteY65" fmla="*/ 620668 h 2731059"/>
              <a:gd name="connsiteX66" fmla="*/ 1705027 w 2027756"/>
              <a:gd name="connsiteY66" fmla="*/ 656526 h 2731059"/>
              <a:gd name="connsiteX67" fmla="*/ 1713992 w 2027756"/>
              <a:gd name="connsiteY67" fmla="*/ 683421 h 2731059"/>
              <a:gd name="connsiteX68" fmla="*/ 1740886 w 2027756"/>
              <a:gd name="connsiteY68" fmla="*/ 719279 h 2731059"/>
              <a:gd name="connsiteX69" fmla="*/ 1776745 w 2027756"/>
              <a:gd name="connsiteY69" fmla="*/ 853750 h 2731059"/>
              <a:gd name="connsiteX70" fmla="*/ 1794674 w 2027756"/>
              <a:gd name="connsiteY70" fmla="*/ 889609 h 2731059"/>
              <a:gd name="connsiteX71" fmla="*/ 1803639 w 2027756"/>
              <a:gd name="connsiteY71" fmla="*/ 961326 h 2731059"/>
              <a:gd name="connsiteX72" fmla="*/ 1821568 w 2027756"/>
              <a:gd name="connsiteY72" fmla="*/ 988221 h 2731059"/>
              <a:gd name="connsiteX73" fmla="*/ 1839497 w 2027756"/>
              <a:gd name="connsiteY73" fmla="*/ 1024079 h 2731059"/>
              <a:gd name="connsiteX74" fmla="*/ 1875356 w 2027756"/>
              <a:gd name="connsiteY74" fmla="*/ 1140621 h 2731059"/>
              <a:gd name="connsiteX75" fmla="*/ 1902250 w 2027756"/>
              <a:gd name="connsiteY75" fmla="*/ 1203373 h 2731059"/>
              <a:gd name="connsiteX76" fmla="*/ 1938109 w 2027756"/>
              <a:gd name="connsiteY76" fmla="*/ 1284056 h 2731059"/>
              <a:gd name="connsiteX77" fmla="*/ 1973968 w 2027756"/>
              <a:gd name="connsiteY77" fmla="*/ 1355773 h 2731059"/>
              <a:gd name="connsiteX78" fmla="*/ 1991897 w 2027756"/>
              <a:gd name="connsiteY78" fmla="*/ 1472315 h 2731059"/>
              <a:gd name="connsiteX79" fmla="*/ 2000862 w 2027756"/>
              <a:gd name="connsiteY79" fmla="*/ 1526103 h 2731059"/>
              <a:gd name="connsiteX80" fmla="*/ 2009827 w 2027756"/>
              <a:gd name="connsiteY80" fmla="*/ 1660573 h 2731059"/>
              <a:gd name="connsiteX81" fmla="*/ 2027756 w 2027756"/>
              <a:gd name="connsiteY81" fmla="*/ 1723326 h 2731059"/>
              <a:gd name="connsiteX82" fmla="*/ 2018792 w 2027756"/>
              <a:gd name="connsiteY82" fmla="*/ 1920550 h 2731059"/>
              <a:gd name="connsiteX83" fmla="*/ 2009827 w 2027756"/>
              <a:gd name="connsiteY83" fmla="*/ 1956409 h 2731059"/>
              <a:gd name="connsiteX84" fmla="*/ 2000862 w 2027756"/>
              <a:gd name="connsiteY84" fmla="*/ 2099844 h 2731059"/>
              <a:gd name="connsiteX85" fmla="*/ 1982933 w 2027756"/>
              <a:gd name="connsiteY85" fmla="*/ 2126738 h 2731059"/>
              <a:gd name="connsiteX86" fmla="*/ 1965003 w 2027756"/>
              <a:gd name="connsiteY86" fmla="*/ 2162597 h 2731059"/>
              <a:gd name="connsiteX87" fmla="*/ 1947074 w 2027756"/>
              <a:gd name="connsiteY87" fmla="*/ 2189491 h 2731059"/>
              <a:gd name="connsiteX88" fmla="*/ 1929145 w 2027756"/>
              <a:gd name="connsiteY88" fmla="*/ 2225350 h 2731059"/>
              <a:gd name="connsiteX89" fmla="*/ 1893286 w 2027756"/>
              <a:gd name="connsiteY89" fmla="*/ 2261209 h 2731059"/>
              <a:gd name="connsiteX90" fmla="*/ 1875356 w 2027756"/>
              <a:gd name="connsiteY90" fmla="*/ 2288103 h 2731059"/>
              <a:gd name="connsiteX91" fmla="*/ 1857427 w 2027756"/>
              <a:gd name="connsiteY91" fmla="*/ 2323962 h 2731059"/>
              <a:gd name="connsiteX92" fmla="*/ 1830533 w 2027756"/>
              <a:gd name="connsiteY92" fmla="*/ 2350856 h 2731059"/>
              <a:gd name="connsiteX93" fmla="*/ 1785709 w 2027756"/>
              <a:gd name="connsiteY93" fmla="*/ 2413609 h 2731059"/>
              <a:gd name="connsiteX94" fmla="*/ 1776745 w 2027756"/>
              <a:gd name="connsiteY94" fmla="*/ 2440503 h 2731059"/>
              <a:gd name="connsiteX95" fmla="*/ 1731921 w 2027756"/>
              <a:gd name="connsiteY95" fmla="*/ 2476362 h 2731059"/>
              <a:gd name="connsiteX96" fmla="*/ 1696062 w 2027756"/>
              <a:gd name="connsiteY96" fmla="*/ 2530150 h 2731059"/>
              <a:gd name="connsiteX97" fmla="*/ 1696062 w 2027756"/>
              <a:gd name="connsiteY97" fmla="*/ 2548079 h 2731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2027756" h="2731059">
                <a:moveTo>
                  <a:pt x="1696062" y="2548079"/>
                </a:moveTo>
                <a:cubicBezTo>
                  <a:pt x="1679627" y="2561526"/>
                  <a:pt x="1684470" y="2562488"/>
                  <a:pt x="1597450" y="2610832"/>
                </a:cubicBezTo>
                <a:cubicBezTo>
                  <a:pt x="1588032" y="2616064"/>
                  <a:pt x="1580193" y="2623944"/>
                  <a:pt x="1570556" y="2628762"/>
                </a:cubicBezTo>
                <a:cubicBezTo>
                  <a:pt x="1556163" y="2635959"/>
                  <a:pt x="1540438" y="2640155"/>
                  <a:pt x="1525733" y="2646691"/>
                </a:cubicBezTo>
                <a:cubicBezTo>
                  <a:pt x="1465459" y="2673480"/>
                  <a:pt x="1515188" y="2658293"/>
                  <a:pt x="1454015" y="2673585"/>
                </a:cubicBezTo>
                <a:cubicBezTo>
                  <a:pt x="1445050" y="2679562"/>
                  <a:pt x="1437209" y="2687732"/>
                  <a:pt x="1427121" y="2691515"/>
                </a:cubicBezTo>
                <a:cubicBezTo>
                  <a:pt x="1412854" y="2696865"/>
                  <a:pt x="1397495" y="2699393"/>
                  <a:pt x="1382297" y="2700479"/>
                </a:cubicBezTo>
                <a:cubicBezTo>
                  <a:pt x="1313678" y="2705380"/>
                  <a:pt x="1244838" y="2706456"/>
                  <a:pt x="1176109" y="2709444"/>
                </a:cubicBezTo>
                <a:cubicBezTo>
                  <a:pt x="1084045" y="2722596"/>
                  <a:pt x="982186" y="2745518"/>
                  <a:pt x="889239" y="2718409"/>
                </a:cubicBezTo>
                <a:cubicBezTo>
                  <a:pt x="864897" y="2711309"/>
                  <a:pt x="856547" y="2678686"/>
                  <a:pt x="835450" y="2664621"/>
                </a:cubicBezTo>
                <a:cubicBezTo>
                  <a:pt x="798766" y="2640164"/>
                  <a:pt x="762352" y="2614281"/>
                  <a:pt x="718909" y="2601868"/>
                </a:cubicBezTo>
                <a:cubicBezTo>
                  <a:pt x="614498" y="2572035"/>
                  <a:pt x="696839" y="2598418"/>
                  <a:pt x="593403" y="2557044"/>
                </a:cubicBezTo>
                <a:cubicBezTo>
                  <a:pt x="569698" y="2547562"/>
                  <a:pt x="544867" y="2540849"/>
                  <a:pt x="521686" y="2530150"/>
                </a:cubicBezTo>
                <a:cubicBezTo>
                  <a:pt x="505865" y="2522848"/>
                  <a:pt x="492159" y="2511600"/>
                  <a:pt x="476862" y="2503256"/>
                </a:cubicBezTo>
                <a:cubicBezTo>
                  <a:pt x="459264" y="2493657"/>
                  <a:pt x="439753" y="2487481"/>
                  <a:pt x="423074" y="2476362"/>
                </a:cubicBezTo>
                <a:cubicBezTo>
                  <a:pt x="405137" y="2464404"/>
                  <a:pt x="328733" y="2407350"/>
                  <a:pt x="306533" y="2377750"/>
                </a:cubicBezTo>
                <a:cubicBezTo>
                  <a:pt x="289618" y="2355197"/>
                  <a:pt x="277756" y="2329210"/>
                  <a:pt x="261709" y="2306032"/>
                </a:cubicBezTo>
                <a:cubicBezTo>
                  <a:pt x="250818" y="2290300"/>
                  <a:pt x="237803" y="2276150"/>
                  <a:pt x="225850" y="2261209"/>
                </a:cubicBezTo>
                <a:cubicBezTo>
                  <a:pt x="219874" y="2243280"/>
                  <a:pt x="213479" y="2225484"/>
                  <a:pt x="207921" y="2207421"/>
                </a:cubicBezTo>
                <a:cubicBezTo>
                  <a:pt x="201523" y="2186628"/>
                  <a:pt x="196871" y="2165306"/>
                  <a:pt x="189992" y="2144668"/>
                </a:cubicBezTo>
                <a:cubicBezTo>
                  <a:pt x="181918" y="2120447"/>
                  <a:pt x="171171" y="2097171"/>
                  <a:pt x="163097" y="2072950"/>
                </a:cubicBezTo>
                <a:cubicBezTo>
                  <a:pt x="156218" y="2052312"/>
                  <a:pt x="152485" y="2030684"/>
                  <a:pt x="145168" y="2010197"/>
                </a:cubicBezTo>
                <a:cubicBezTo>
                  <a:pt x="137514" y="1988765"/>
                  <a:pt x="125471" y="1969034"/>
                  <a:pt x="118274" y="1947444"/>
                </a:cubicBezTo>
                <a:cubicBezTo>
                  <a:pt x="104515" y="1906167"/>
                  <a:pt x="94146" y="1863836"/>
                  <a:pt x="82415" y="1821938"/>
                </a:cubicBezTo>
                <a:cubicBezTo>
                  <a:pt x="73228" y="1789129"/>
                  <a:pt x="60340" y="1757055"/>
                  <a:pt x="55521" y="1723326"/>
                </a:cubicBezTo>
                <a:cubicBezTo>
                  <a:pt x="43338" y="1638044"/>
                  <a:pt x="54880" y="1679995"/>
                  <a:pt x="19662" y="1597821"/>
                </a:cubicBezTo>
                <a:cubicBezTo>
                  <a:pt x="-8202" y="1402767"/>
                  <a:pt x="-7533" y="1479926"/>
                  <a:pt x="28627" y="1212338"/>
                </a:cubicBezTo>
                <a:cubicBezTo>
                  <a:pt x="30424" y="1199040"/>
                  <a:pt x="58687" y="1094106"/>
                  <a:pt x="64486" y="1077868"/>
                </a:cubicBezTo>
                <a:cubicBezTo>
                  <a:pt x="72140" y="1056436"/>
                  <a:pt x="83726" y="1036547"/>
                  <a:pt x="91380" y="1015115"/>
                </a:cubicBezTo>
                <a:cubicBezTo>
                  <a:pt x="98697" y="994628"/>
                  <a:pt x="101992" y="972849"/>
                  <a:pt x="109309" y="952362"/>
                </a:cubicBezTo>
                <a:cubicBezTo>
                  <a:pt x="116963" y="930930"/>
                  <a:pt x="129577" y="911381"/>
                  <a:pt x="136203" y="889609"/>
                </a:cubicBezTo>
                <a:cubicBezTo>
                  <a:pt x="150552" y="842461"/>
                  <a:pt x="156477" y="792927"/>
                  <a:pt x="172062" y="746173"/>
                </a:cubicBezTo>
                <a:cubicBezTo>
                  <a:pt x="201745" y="657125"/>
                  <a:pt x="194209" y="671096"/>
                  <a:pt x="234815" y="584809"/>
                </a:cubicBezTo>
                <a:cubicBezTo>
                  <a:pt x="246196" y="560625"/>
                  <a:pt x="260748" y="537907"/>
                  <a:pt x="270674" y="513091"/>
                </a:cubicBezTo>
                <a:cubicBezTo>
                  <a:pt x="276650" y="498150"/>
                  <a:pt x="281407" y="482661"/>
                  <a:pt x="288603" y="468268"/>
                </a:cubicBezTo>
                <a:cubicBezTo>
                  <a:pt x="322427" y="400619"/>
                  <a:pt x="304974" y="446343"/>
                  <a:pt x="333427" y="396550"/>
                </a:cubicBezTo>
                <a:cubicBezTo>
                  <a:pt x="340057" y="384947"/>
                  <a:pt x="346092" y="372974"/>
                  <a:pt x="351356" y="360691"/>
                </a:cubicBezTo>
                <a:cubicBezTo>
                  <a:pt x="355078" y="352005"/>
                  <a:pt x="355732" y="342057"/>
                  <a:pt x="360321" y="333797"/>
                </a:cubicBezTo>
                <a:cubicBezTo>
                  <a:pt x="417180" y="231452"/>
                  <a:pt x="374545" y="311534"/>
                  <a:pt x="414109" y="262079"/>
                </a:cubicBezTo>
                <a:cubicBezTo>
                  <a:pt x="448709" y="218829"/>
                  <a:pt x="412978" y="246399"/>
                  <a:pt x="467897" y="199326"/>
                </a:cubicBezTo>
                <a:cubicBezTo>
                  <a:pt x="476078" y="192314"/>
                  <a:pt x="486024" y="187659"/>
                  <a:pt x="494792" y="181397"/>
                </a:cubicBezTo>
                <a:cubicBezTo>
                  <a:pt x="506950" y="172713"/>
                  <a:pt x="519306" y="164226"/>
                  <a:pt x="530650" y="154503"/>
                </a:cubicBezTo>
                <a:cubicBezTo>
                  <a:pt x="552186" y="136044"/>
                  <a:pt x="558025" y="120999"/>
                  <a:pt x="584439" y="109679"/>
                </a:cubicBezTo>
                <a:cubicBezTo>
                  <a:pt x="595763" y="104826"/>
                  <a:pt x="608344" y="103703"/>
                  <a:pt x="620297" y="100715"/>
                </a:cubicBezTo>
                <a:cubicBezTo>
                  <a:pt x="692520" y="57382"/>
                  <a:pt x="635611" y="84079"/>
                  <a:pt x="718909" y="64856"/>
                </a:cubicBezTo>
                <a:cubicBezTo>
                  <a:pt x="740107" y="59964"/>
                  <a:pt x="760674" y="52650"/>
                  <a:pt x="781662" y="46926"/>
                </a:cubicBezTo>
                <a:cubicBezTo>
                  <a:pt x="829745" y="33813"/>
                  <a:pt x="808604" y="40940"/>
                  <a:pt x="862345" y="28997"/>
                </a:cubicBezTo>
                <a:cubicBezTo>
                  <a:pt x="874372" y="26324"/>
                  <a:pt x="885978" y="21560"/>
                  <a:pt x="898203" y="20032"/>
                </a:cubicBezTo>
                <a:cubicBezTo>
                  <a:pt x="933908" y="15569"/>
                  <a:pt x="969921" y="14056"/>
                  <a:pt x="1005780" y="11068"/>
                </a:cubicBezTo>
                <a:cubicBezTo>
                  <a:pt x="1056138" y="-1522"/>
                  <a:pt x="1055206" y="-5711"/>
                  <a:pt x="1122321" y="11068"/>
                </a:cubicBezTo>
                <a:cubicBezTo>
                  <a:pt x="1153076" y="18757"/>
                  <a:pt x="1144084" y="33090"/>
                  <a:pt x="1167145" y="46926"/>
                </a:cubicBezTo>
                <a:cubicBezTo>
                  <a:pt x="1175248" y="51788"/>
                  <a:pt x="1185074" y="52903"/>
                  <a:pt x="1194039" y="55891"/>
                </a:cubicBezTo>
                <a:cubicBezTo>
                  <a:pt x="1205992" y="64856"/>
                  <a:pt x="1217739" y="74101"/>
                  <a:pt x="1229897" y="82785"/>
                </a:cubicBezTo>
                <a:cubicBezTo>
                  <a:pt x="1238665" y="89048"/>
                  <a:pt x="1248783" y="93507"/>
                  <a:pt x="1256792" y="100715"/>
                </a:cubicBezTo>
                <a:cubicBezTo>
                  <a:pt x="1278780" y="120504"/>
                  <a:pt x="1295880" y="145719"/>
                  <a:pt x="1319545" y="163468"/>
                </a:cubicBezTo>
                <a:cubicBezTo>
                  <a:pt x="1331498" y="172433"/>
                  <a:pt x="1344838" y="179797"/>
                  <a:pt x="1355403" y="190362"/>
                </a:cubicBezTo>
                <a:cubicBezTo>
                  <a:pt x="1365968" y="200927"/>
                  <a:pt x="1372371" y="215054"/>
                  <a:pt x="1382297" y="226221"/>
                </a:cubicBezTo>
                <a:cubicBezTo>
                  <a:pt x="1396335" y="242014"/>
                  <a:pt x="1413921" y="254544"/>
                  <a:pt x="1427121" y="271044"/>
                </a:cubicBezTo>
                <a:cubicBezTo>
                  <a:pt x="1472314" y="327535"/>
                  <a:pt x="1447673" y="304388"/>
                  <a:pt x="1498839" y="342762"/>
                </a:cubicBezTo>
                <a:cubicBezTo>
                  <a:pt x="1520243" y="385571"/>
                  <a:pt x="1515521" y="378419"/>
                  <a:pt x="1543662" y="423444"/>
                </a:cubicBezTo>
                <a:cubicBezTo>
                  <a:pt x="1549372" y="432581"/>
                  <a:pt x="1554861" y="441925"/>
                  <a:pt x="1561592" y="450338"/>
                </a:cubicBezTo>
                <a:cubicBezTo>
                  <a:pt x="1566872" y="456938"/>
                  <a:pt x="1574020" y="461851"/>
                  <a:pt x="1579521" y="468268"/>
                </a:cubicBezTo>
                <a:cubicBezTo>
                  <a:pt x="1591973" y="482796"/>
                  <a:pt x="1603900" y="497784"/>
                  <a:pt x="1615380" y="513091"/>
                </a:cubicBezTo>
                <a:cubicBezTo>
                  <a:pt x="1630383" y="533095"/>
                  <a:pt x="1641315" y="552687"/>
                  <a:pt x="1651239" y="575844"/>
                </a:cubicBezTo>
                <a:cubicBezTo>
                  <a:pt x="1654961" y="584529"/>
                  <a:pt x="1655341" y="594635"/>
                  <a:pt x="1660203" y="602738"/>
                </a:cubicBezTo>
                <a:cubicBezTo>
                  <a:pt x="1664552" y="609986"/>
                  <a:pt x="1672722" y="614175"/>
                  <a:pt x="1678133" y="620668"/>
                </a:cubicBezTo>
                <a:cubicBezTo>
                  <a:pt x="1687698" y="632146"/>
                  <a:pt x="1696062" y="644573"/>
                  <a:pt x="1705027" y="656526"/>
                </a:cubicBezTo>
                <a:cubicBezTo>
                  <a:pt x="1708015" y="665491"/>
                  <a:pt x="1709304" y="675216"/>
                  <a:pt x="1713992" y="683421"/>
                </a:cubicBezTo>
                <a:cubicBezTo>
                  <a:pt x="1721405" y="696393"/>
                  <a:pt x="1735000" y="705546"/>
                  <a:pt x="1740886" y="719279"/>
                </a:cubicBezTo>
                <a:cubicBezTo>
                  <a:pt x="1817889" y="898953"/>
                  <a:pt x="1739326" y="741492"/>
                  <a:pt x="1776745" y="853750"/>
                </a:cubicBezTo>
                <a:cubicBezTo>
                  <a:pt x="1780971" y="866428"/>
                  <a:pt x="1788698" y="877656"/>
                  <a:pt x="1794674" y="889609"/>
                </a:cubicBezTo>
                <a:cubicBezTo>
                  <a:pt x="1797662" y="913515"/>
                  <a:pt x="1797300" y="938083"/>
                  <a:pt x="1803639" y="961326"/>
                </a:cubicBezTo>
                <a:cubicBezTo>
                  <a:pt x="1806474" y="971721"/>
                  <a:pt x="1816222" y="978866"/>
                  <a:pt x="1821568" y="988221"/>
                </a:cubicBezTo>
                <a:cubicBezTo>
                  <a:pt x="1828198" y="999824"/>
                  <a:pt x="1834930" y="1011520"/>
                  <a:pt x="1839497" y="1024079"/>
                </a:cubicBezTo>
                <a:cubicBezTo>
                  <a:pt x="1902069" y="1196149"/>
                  <a:pt x="1816276" y="987011"/>
                  <a:pt x="1875356" y="1140621"/>
                </a:cubicBezTo>
                <a:cubicBezTo>
                  <a:pt x="1883525" y="1161862"/>
                  <a:pt x="1894080" y="1182132"/>
                  <a:pt x="1902250" y="1203373"/>
                </a:cubicBezTo>
                <a:cubicBezTo>
                  <a:pt x="1956387" y="1344128"/>
                  <a:pt x="1890998" y="1197686"/>
                  <a:pt x="1938109" y="1284056"/>
                </a:cubicBezTo>
                <a:cubicBezTo>
                  <a:pt x="1950908" y="1307520"/>
                  <a:pt x="1973968" y="1355773"/>
                  <a:pt x="1973968" y="1355773"/>
                </a:cubicBezTo>
                <a:cubicBezTo>
                  <a:pt x="1996333" y="1489958"/>
                  <a:pt x="1968824" y="1322339"/>
                  <a:pt x="1991897" y="1472315"/>
                </a:cubicBezTo>
                <a:cubicBezTo>
                  <a:pt x="1994661" y="1490280"/>
                  <a:pt x="1997874" y="1508174"/>
                  <a:pt x="2000862" y="1526103"/>
                </a:cubicBezTo>
                <a:cubicBezTo>
                  <a:pt x="2003850" y="1570926"/>
                  <a:pt x="2005124" y="1615897"/>
                  <a:pt x="2009827" y="1660573"/>
                </a:cubicBezTo>
                <a:cubicBezTo>
                  <a:pt x="2011558" y="1677021"/>
                  <a:pt x="2022202" y="1706662"/>
                  <a:pt x="2027756" y="1723326"/>
                </a:cubicBezTo>
                <a:cubicBezTo>
                  <a:pt x="2024768" y="1789067"/>
                  <a:pt x="2023839" y="1854935"/>
                  <a:pt x="2018792" y="1920550"/>
                </a:cubicBezTo>
                <a:cubicBezTo>
                  <a:pt x="2017847" y="1932835"/>
                  <a:pt x="2011053" y="1944149"/>
                  <a:pt x="2009827" y="1956409"/>
                </a:cubicBezTo>
                <a:cubicBezTo>
                  <a:pt x="2005060" y="2004076"/>
                  <a:pt x="2008333" y="2052525"/>
                  <a:pt x="2000862" y="2099844"/>
                </a:cubicBezTo>
                <a:cubicBezTo>
                  <a:pt x="1999182" y="2110486"/>
                  <a:pt x="1988278" y="2117383"/>
                  <a:pt x="1982933" y="2126738"/>
                </a:cubicBezTo>
                <a:cubicBezTo>
                  <a:pt x="1976303" y="2138341"/>
                  <a:pt x="1971633" y="2150994"/>
                  <a:pt x="1965003" y="2162597"/>
                </a:cubicBezTo>
                <a:cubicBezTo>
                  <a:pt x="1959658" y="2171952"/>
                  <a:pt x="1952419" y="2180136"/>
                  <a:pt x="1947074" y="2189491"/>
                </a:cubicBezTo>
                <a:cubicBezTo>
                  <a:pt x="1940444" y="2201094"/>
                  <a:pt x="1937163" y="2214659"/>
                  <a:pt x="1929145" y="2225350"/>
                </a:cubicBezTo>
                <a:cubicBezTo>
                  <a:pt x="1919003" y="2238873"/>
                  <a:pt x="1902663" y="2247144"/>
                  <a:pt x="1893286" y="2261209"/>
                </a:cubicBezTo>
                <a:cubicBezTo>
                  <a:pt x="1887309" y="2270174"/>
                  <a:pt x="1880702" y="2278748"/>
                  <a:pt x="1875356" y="2288103"/>
                </a:cubicBezTo>
                <a:cubicBezTo>
                  <a:pt x="1868726" y="2299706"/>
                  <a:pt x="1865194" y="2313087"/>
                  <a:pt x="1857427" y="2323962"/>
                </a:cubicBezTo>
                <a:cubicBezTo>
                  <a:pt x="1850058" y="2334279"/>
                  <a:pt x="1838784" y="2341230"/>
                  <a:pt x="1830533" y="2350856"/>
                </a:cubicBezTo>
                <a:cubicBezTo>
                  <a:pt x="1813857" y="2370311"/>
                  <a:pt x="1799897" y="2392328"/>
                  <a:pt x="1785709" y="2413609"/>
                </a:cubicBezTo>
                <a:cubicBezTo>
                  <a:pt x="1782721" y="2422574"/>
                  <a:pt x="1781607" y="2432400"/>
                  <a:pt x="1776745" y="2440503"/>
                </a:cubicBezTo>
                <a:cubicBezTo>
                  <a:pt x="1768230" y="2454694"/>
                  <a:pt x="1744133" y="2468220"/>
                  <a:pt x="1731921" y="2476362"/>
                </a:cubicBezTo>
                <a:cubicBezTo>
                  <a:pt x="1719968" y="2494291"/>
                  <a:pt x="1716505" y="2536964"/>
                  <a:pt x="1696062" y="2530150"/>
                </a:cubicBezTo>
                <a:cubicBezTo>
                  <a:pt x="1666333" y="2520240"/>
                  <a:pt x="1712497" y="2534632"/>
                  <a:pt x="1696062" y="2548079"/>
                </a:cubicBez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F9BA0321-CC03-4990-AF35-50CCD39ABA0B}"/>
              </a:ext>
            </a:extLst>
          </p:cNvPr>
          <p:cNvSpPr/>
          <p:nvPr/>
        </p:nvSpPr>
        <p:spPr>
          <a:xfrm>
            <a:off x="3209365" y="3774141"/>
            <a:ext cx="2850776" cy="1820646"/>
          </a:xfrm>
          <a:custGeom>
            <a:avLst/>
            <a:gdLst>
              <a:gd name="connsiteX0" fmla="*/ 1828800 w 2850776"/>
              <a:gd name="connsiteY0" fmla="*/ 170330 h 1820646"/>
              <a:gd name="connsiteX1" fmla="*/ 1766047 w 2850776"/>
              <a:gd name="connsiteY1" fmla="*/ 188259 h 1820646"/>
              <a:gd name="connsiteX2" fmla="*/ 1541929 w 2850776"/>
              <a:gd name="connsiteY2" fmla="*/ 170330 h 1820646"/>
              <a:gd name="connsiteX3" fmla="*/ 1237129 w 2850776"/>
              <a:gd name="connsiteY3" fmla="*/ 188259 h 1820646"/>
              <a:gd name="connsiteX4" fmla="*/ 1075764 w 2850776"/>
              <a:gd name="connsiteY4" fmla="*/ 233083 h 1820646"/>
              <a:gd name="connsiteX5" fmla="*/ 1013011 w 2850776"/>
              <a:gd name="connsiteY5" fmla="*/ 242047 h 1820646"/>
              <a:gd name="connsiteX6" fmla="*/ 842682 w 2850776"/>
              <a:gd name="connsiteY6" fmla="*/ 286871 h 1820646"/>
              <a:gd name="connsiteX7" fmla="*/ 699247 w 2850776"/>
              <a:gd name="connsiteY7" fmla="*/ 331694 h 1820646"/>
              <a:gd name="connsiteX8" fmla="*/ 627529 w 2850776"/>
              <a:gd name="connsiteY8" fmla="*/ 349624 h 1820646"/>
              <a:gd name="connsiteX9" fmla="*/ 555811 w 2850776"/>
              <a:gd name="connsiteY9" fmla="*/ 376518 h 1820646"/>
              <a:gd name="connsiteX10" fmla="*/ 493059 w 2850776"/>
              <a:gd name="connsiteY10" fmla="*/ 394447 h 1820646"/>
              <a:gd name="connsiteX11" fmla="*/ 430306 w 2850776"/>
              <a:gd name="connsiteY11" fmla="*/ 421341 h 1820646"/>
              <a:gd name="connsiteX12" fmla="*/ 286870 w 2850776"/>
              <a:gd name="connsiteY12" fmla="*/ 475130 h 1820646"/>
              <a:gd name="connsiteX13" fmla="*/ 251011 w 2850776"/>
              <a:gd name="connsiteY13" fmla="*/ 502024 h 1820646"/>
              <a:gd name="connsiteX14" fmla="*/ 197223 w 2850776"/>
              <a:gd name="connsiteY14" fmla="*/ 582706 h 1820646"/>
              <a:gd name="connsiteX15" fmla="*/ 161364 w 2850776"/>
              <a:gd name="connsiteY15" fmla="*/ 636494 h 1820646"/>
              <a:gd name="connsiteX16" fmla="*/ 143435 w 2850776"/>
              <a:gd name="connsiteY16" fmla="*/ 663388 h 1820646"/>
              <a:gd name="connsiteX17" fmla="*/ 125506 w 2850776"/>
              <a:gd name="connsiteY17" fmla="*/ 681318 h 1820646"/>
              <a:gd name="connsiteX18" fmla="*/ 107576 w 2850776"/>
              <a:gd name="connsiteY18" fmla="*/ 708212 h 1820646"/>
              <a:gd name="connsiteX19" fmla="*/ 71717 w 2850776"/>
              <a:gd name="connsiteY19" fmla="*/ 779930 h 1820646"/>
              <a:gd name="connsiteX20" fmla="*/ 62753 w 2850776"/>
              <a:gd name="connsiteY20" fmla="*/ 833718 h 1820646"/>
              <a:gd name="connsiteX21" fmla="*/ 44823 w 2850776"/>
              <a:gd name="connsiteY21" fmla="*/ 860612 h 1820646"/>
              <a:gd name="connsiteX22" fmla="*/ 17929 w 2850776"/>
              <a:gd name="connsiteY22" fmla="*/ 941294 h 1820646"/>
              <a:gd name="connsiteX23" fmla="*/ 0 w 2850776"/>
              <a:gd name="connsiteY23" fmla="*/ 1039906 h 1820646"/>
              <a:gd name="connsiteX24" fmla="*/ 8964 w 2850776"/>
              <a:gd name="connsiteY24" fmla="*/ 1246094 h 1820646"/>
              <a:gd name="connsiteX25" fmla="*/ 17929 w 2850776"/>
              <a:gd name="connsiteY25" fmla="*/ 1290918 h 1820646"/>
              <a:gd name="connsiteX26" fmla="*/ 35859 w 2850776"/>
              <a:gd name="connsiteY26" fmla="*/ 1326777 h 1820646"/>
              <a:gd name="connsiteX27" fmla="*/ 53788 w 2850776"/>
              <a:gd name="connsiteY27" fmla="*/ 1380565 h 1820646"/>
              <a:gd name="connsiteX28" fmla="*/ 80682 w 2850776"/>
              <a:gd name="connsiteY28" fmla="*/ 1434353 h 1820646"/>
              <a:gd name="connsiteX29" fmla="*/ 116541 w 2850776"/>
              <a:gd name="connsiteY29" fmla="*/ 1515035 h 1820646"/>
              <a:gd name="connsiteX30" fmla="*/ 152400 w 2850776"/>
              <a:gd name="connsiteY30" fmla="*/ 1568824 h 1820646"/>
              <a:gd name="connsiteX31" fmla="*/ 161364 w 2850776"/>
              <a:gd name="connsiteY31" fmla="*/ 1595718 h 1820646"/>
              <a:gd name="connsiteX32" fmla="*/ 224117 w 2850776"/>
              <a:gd name="connsiteY32" fmla="*/ 1640541 h 1820646"/>
              <a:gd name="connsiteX33" fmla="*/ 268941 w 2850776"/>
              <a:gd name="connsiteY33" fmla="*/ 1694330 h 1820646"/>
              <a:gd name="connsiteX34" fmla="*/ 331694 w 2850776"/>
              <a:gd name="connsiteY34" fmla="*/ 1739153 h 1820646"/>
              <a:gd name="connsiteX35" fmla="*/ 349623 w 2850776"/>
              <a:gd name="connsiteY35" fmla="*/ 1757083 h 1820646"/>
              <a:gd name="connsiteX36" fmla="*/ 448235 w 2850776"/>
              <a:gd name="connsiteY36" fmla="*/ 1783977 h 1820646"/>
              <a:gd name="connsiteX37" fmla="*/ 484094 w 2850776"/>
              <a:gd name="connsiteY37" fmla="*/ 1801906 h 1820646"/>
              <a:gd name="connsiteX38" fmla="*/ 1138517 w 2850776"/>
              <a:gd name="connsiteY38" fmla="*/ 1801906 h 1820646"/>
              <a:gd name="connsiteX39" fmla="*/ 1210235 w 2850776"/>
              <a:gd name="connsiteY39" fmla="*/ 1775012 h 1820646"/>
              <a:gd name="connsiteX40" fmla="*/ 1281953 w 2850776"/>
              <a:gd name="connsiteY40" fmla="*/ 1766047 h 1820646"/>
              <a:gd name="connsiteX41" fmla="*/ 1344706 w 2850776"/>
              <a:gd name="connsiteY41" fmla="*/ 1757083 h 1820646"/>
              <a:gd name="connsiteX42" fmla="*/ 1497106 w 2850776"/>
              <a:gd name="connsiteY42" fmla="*/ 1766047 h 1820646"/>
              <a:gd name="connsiteX43" fmla="*/ 1541929 w 2850776"/>
              <a:gd name="connsiteY43" fmla="*/ 1783977 h 1820646"/>
              <a:gd name="connsiteX44" fmla="*/ 1783976 w 2850776"/>
              <a:gd name="connsiteY44" fmla="*/ 1775012 h 1820646"/>
              <a:gd name="connsiteX45" fmla="*/ 1927411 w 2850776"/>
              <a:gd name="connsiteY45" fmla="*/ 1757083 h 1820646"/>
              <a:gd name="connsiteX46" fmla="*/ 2052917 w 2850776"/>
              <a:gd name="connsiteY46" fmla="*/ 1712259 h 1820646"/>
              <a:gd name="connsiteX47" fmla="*/ 2124635 w 2850776"/>
              <a:gd name="connsiteY47" fmla="*/ 1694330 h 1820646"/>
              <a:gd name="connsiteX48" fmla="*/ 2187388 w 2850776"/>
              <a:gd name="connsiteY48" fmla="*/ 1667435 h 1820646"/>
              <a:gd name="connsiteX49" fmla="*/ 2384611 w 2850776"/>
              <a:gd name="connsiteY49" fmla="*/ 1604683 h 1820646"/>
              <a:gd name="connsiteX50" fmla="*/ 2447364 w 2850776"/>
              <a:gd name="connsiteY50" fmla="*/ 1577788 h 1820646"/>
              <a:gd name="connsiteX51" fmla="*/ 2510117 w 2850776"/>
              <a:gd name="connsiteY51" fmla="*/ 1532965 h 1820646"/>
              <a:gd name="connsiteX52" fmla="*/ 2644588 w 2850776"/>
              <a:gd name="connsiteY52" fmla="*/ 1452283 h 1820646"/>
              <a:gd name="connsiteX53" fmla="*/ 2671482 w 2850776"/>
              <a:gd name="connsiteY53" fmla="*/ 1425388 h 1820646"/>
              <a:gd name="connsiteX54" fmla="*/ 2698376 w 2850776"/>
              <a:gd name="connsiteY54" fmla="*/ 1380565 h 1820646"/>
              <a:gd name="connsiteX55" fmla="*/ 2752164 w 2850776"/>
              <a:gd name="connsiteY55" fmla="*/ 1264024 h 1820646"/>
              <a:gd name="connsiteX56" fmla="*/ 2796988 w 2850776"/>
              <a:gd name="connsiteY56" fmla="*/ 1129553 h 1820646"/>
              <a:gd name="connsiteX57" fmla="*/ 2841811 w 2850776"/>
              <a:gd name="connsiteY57" fmla="*/ 986118 h 1820646"/>
              <a:gd name="connsiteX58" fmla="*/ 2850776 w 2850776"/>
              <a:gd name="connsiteY58" fmla="*/ 851647 h 1820646"/>
              <a:gd name="connsiteX59" fmla="*/ 2832847 w 2850776"/>
              <a:gd name="connsiteY59" fmla="*/ 645459 h 1820646"/>
              <a:gd name="connsiteX60" fmla="*/ 2823882 w 2850776"/>
              <a:gd name="connsiteY60" fmla="*/ 582706 h 1820646"/>
              <a:gd name="connsiteX61" fmla="*/ 2796988 w 2850776"/>
              <a:gd name="connsiteY61" fmla="*/ 528918 h 1820646"/>
              <a:gd name="connsiteX62" fmla="*/ 2743200 w 2850776"/>
              <a:gd name="connsiteY62" fmla="*/ 403412 h 1820646"/>
              <a:gd name="connsiteX63" fmla="*/ 2716306 w 2850776"/>
              <a:gd name="connsiteY63" fmla="*/ 376518 h 1820646"/>
              <a:gd name="connsiteX64" fmla="*/ 2707341 w 2850776"/>
              <a:gd name="connsiteY64" fmla="*/ 349624 h 1820646"/>
              <a:gd name="connsiteX65" fmla="*/ 2599764 w 2850776"/>
              <a:gd name="connsiteY65" fmla="*/ 224118 h 1820646"/>
              <a:gd name="connsiteX66" fmla="*/ 2572870 w 2850776"/>
              <a:gd name="connsiteY66" fmla="*/ 197224 h 1820646"/>
              <a:gd name="connsiteX67" fmla="*/ 2537011 w 2850776"/>
              <a:gd name="connsiteY67" fmla="*/ 152400 h 1820646"/>
              <a:gd name="connsiteX68" fmla="*/ 2501153 w 2850776"/>
              <a:gd name="connsiteY68" fmla="*/ 125506 h 1820646"/>
              <a:gd name="connsiteX69" fmla="*/ 2474259 w 2850776"/>
              <a:gd name="connsiteY69" fmla="*/ 107577 h 1820646"/>
              <a:gd name="connsiteX70" fmla="*/ 2456329 w 2850776"/>
              <a:gd name="connsiteY70" fmla="*/ 89647 h 1820646"/>
              <a:gd name="connsiteX71" fmla="*/ 2429435 w 2850776"/>
              <a:gd name="connsiteY71" fmla="*/ 71718 h 1820646"/>
              <a:gd name="connsiteX72" fmla="*/ 2411506 w 2850776"/>
              <a:gd name="connsiteY72" fmla="*/ 53788 h 1820646"/>
              <a:gd name="connsiteX73" fmla="*/ 2375647 w 2850776"/>
              <a:gd name="connsiteY73" fmla="*/ 35859 h 1820646"/>
              <a:gd name="connsiteX74" fmla="*/ 2312894 w 2850776"/>
              <a:gd name="connsiteY74" fmla="*/ 0 h 1820646"/>
              <a:gd name="connsiteX75" fmla="*/ 2232211 w 2850776"/>
              <a:gd name="connsiteY75" fmla="*/ 8965 h 1820646"/>
              <a:gd name="connsiteX76" fmla="*/ 2196353 w 2850776"/>
              <a:gd name="connsiteY76" fmla="*/ 26894 h 1820646"/>
              <a:gd name="connsiteX77" fmla="*/ 2133600 w 2850776"/>
              <a:gd name="connsiteY77" fmla="*/ 53788 h 1820646"/>
              <a:gd name="connsiteX78" fmla="*/ 2079811 w 2850776"/>
              <a:gd name="connsiteY78" fmla="*/ 80683 h 1820646"/>
              <a:gd name="connsiteX79" fmla="*/ 2052917 w 2850776"/>
              <a:gd name="connsiteY79" fmla="*/ 98612 h 1820646"/>
              <a:gd name="connsiteX80" fmla="*/ 2017059 w 2850776"/>
              <a:gd name="connsiteY80" fmla="*/ 116541 h 1820646"/>
              <a:gd name="connsiteX81" fmla="*/ 1927411 w 2850776"/>
              <a:gd name="connsiteY81" fmla="*/ 143435 h 1820646"/>
              <a:gd name="connsiteX82" fmla="*/ 1900517 w 2850776"/>
              <a:gd name="connsiteY82" fmla="*/ 161365 h 1820646"/>
              <a:gd name="connsiteX83" fmla="*/ 1810870 w 2850776"/>
              <a:gd name="connsiteY83" fmla="*/ 197224 h 1820646"/>
              <a:gd name="connsiteX84" fmla="*/ 1721223 w 2850776"/>
              <a:gd name="connsiteY84" fmla="*/ 224118 h 1820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2850776" h="1820646">
                <a:moveTo>
                  <a:pt x="1828800" y="170330"/>
                </a:moveTo>
                <a:cubicBezTo>
                  <a:pt x="1807882" y="176306"/>
                  <a:pt x="1787779" y="187271"/>
                  <a:pt x="1766047" y="188259"/>
                </a:cubicBezTo>
                <a:cubicBezTo>
                  <a:pt x="1728372" y="189971"/>
                  <a:pt x="1591536" y="175290"/>
                  <a:pt x="1541929" y="170330"/>
                </a:cubicBezTo>
                <a:cubicBezTo>
                  <a:pt x="1484832" y="172812"/>
                  <a:pt x="1316901" y="176863"/>
                  <a:pt x="1237129" y="188259"/>
                </a:cubicBezTo>
                <a:cubicBezTo>
                  <a:pt x="1070663" y="212040"/>
                  <a:pt x="1219400" y="194780"/>
                  <a:pt x="1075764" y="233083"/>
                </a:cubicBezTo>
                <a:cubicBezTo>
                  <a:pt x="1055347" y="238527"/>
                  <a:pt x="1033929" y="239059"/>
                  <a:pt x="1013011" y="242047"/>
                </a:cubicBezTo>
                <a:cubicBezTo>
                  <a:pt x="827070" y="297829"/>
                  <a:pt x="1015551" y="243653"/>
                  <a:pt x="842682" y="286871"/>
                </a:cubicBezTo>
                <a:cubicBezTo>
                  <a:pt x="756412" y="308439"/>
                  <a:pt x="795693" y="303327"/>
                  <a:pt x="699247" y="331694"/>
                </a:cubicBezTo>
                <a:cubicBezTo>
                  <a:pt x="675607" y="338647"/>
                  <a:pt x="651049" y="342274"/>
                  <a:pt x="627529" y="349624"/>
                </a:cubicBezTo>
                <a:cubicBezTo>
                  <a:pt x="603160" y="357239"/>
                  <a:pt x="580032" y="368444"/>
                  <a:pt x="555811" y="376518"/>
                </a:cubicBezTo>
                <a:cubicBezTo>
                  <a:pt x="535173" y="383397"/>
                  <a:pt x="513546" y="387130"/>
                  <a:pt x="493059" y="394447"/>
                </a:cubicBezTo>
                <a:cubicBezTo>
                  <a:pt x="471627" y="402101"/>
                  <a:pt x="451547" y="413171"/>
                  <a:pt x="430306" y="421341"/>
                </a:cubicBezTo>
                <a:cubicBezTo>
                  <a:pt x="394448" y="435133"/>
                  <a:pt x="311536" y="456631"/>
                  <a:pt x="286870" y="475130"/>
                </a:cubicBezTo>
                <a:lnTo>
                  <a:pt x="251011" y="502024"/>
                </a:lnTo>
                <a:cubicBezTo>
                  <a:pt x="199010" y="588692"/>
                  <a:pt x="249509" y="508012"/>
                  <a:pt x="197223" y="582706"/>
                </a:cubicBezTo>
                <a:cubicBezTo>
                  <a:pt x="184866" y="600359"/>
                  <a:pt x="173317" y="618565"/>
                  <a:pt x="161364" y="636494"/>
                </a:cubicBezTo>
                <a:cubicBezTo>
                  <a:pt x="155388" y="645459"/>
                  <a:pt x="151053" y="655769"/>
                  <a:pt x="143435" y="663388"/>
                </a:cubicBezTo>
                <a:cubicBezTo>
                  <a:pt x="137459" y="669365"/>
                  <a:pt x="130786" y="674718"/>
                  <a:pt x="125506" y="681318"/>
                </a:cubicBezTo>
                <a:cubicBezTo>
                  <a:pt x="118775" y="689731"/>
                  <a:pt x="112735" y="698753"/>
                  <a:pt x="107576" y="708212"/>
                </a:cubicBezTo>
                <a:cubicBezTo>
                  <a:pt x="94777" y="731676"/>
                  <a:pt x="71717" y="779930"/>
                  <a:pt x="71717" y="779930"/>
                </a:cubicBezTo>
                <a:cubicBezTo>
                  <a:pt x="68729" y="797859"/>
                  <a:pt x="68501" y="816474"/>
                  <a:pt x="62753" y="833718"/>
                </a:cubicBezTo>
                <a:cubicBezTo>
                  <a:pt x="59346" y="843939"/>
                  <a:pt x="48606" y="850524"/>
                  <a:pt x="44823" y="860612"/>
                </a:cubicBezTo>
                <a:cubicBezTo>
                  <a:pt x="-7312" y="999637"/>
                  <a:pt x="78239" y="820678"/>
                  <a:pt x="17929" y="941294"/>
                </a:cubicBezTo>
                <a:cubicBezTo>
                  <a:pt x="15013" y="955872"/>
                  <a:pt x="0" y="1028431"/>
                  <a:pt x="0" y="1039906"/>
                </a:cubicBezTo>
                <a:cubicBezTo>
                  <a:pt x="0" y="1108700"/>
                  <a:pt x="4063" y="1177475"/>
                  <a:pt x="8964" y="1246094"/>
                </a:cubicBezTo>
                <a:cubicBezTo>
                  <a:pt x="10050" y="1261293"/>
                  <a:pt x="13110" y="1276463"/>
                  <a:pt x="17929" y="1290918"/>
                </a:cubicBezTo>
                <a:cubicBezTo>
                  <a:pt x="22155" y="1303596"/>
                  <a:pt x="30896" y="1314369"/>
                  <a:pt x="35859" y="1326777"/>
                </a:cubicBezTo>
                <a:cubicBezTo>
                  <a:pt x="42878" y="1344324"/>
                  <a:pt x="46519" y="1363120"/>
                  <a:pt x="53788" y="1380565"/>
                </a:cubicBezTo>
                <a:cubicBezTo>
                  <a:pt x="61498" y="1399069"/>
                  <a:pt x="72387" y="1416104"/>
                  <a:pt x="80682" y="1434353"/>
                </a:cubicBezTo>
                <a:cubicBezTo>
                  <a:pt x="97548" y="1471458"/>
                  <a:pt x="96419" y="1481498"/>
                  <a:pt x="116541" y="1515035"/>
                </a:cubicBezTo>
                <a:cubicBezTo>
                  <a:pt x="127628" y="1533513"/>
                  <a:pt x="152400" y="1568824"/>
                  <a:pt x="152400" y="1568824"/>
                </a:cubicBezTo>
                <a:cubicBezTo>
                  <a:pt x="155388" y="1577789"/>
                  <a:pt x="156502" y="1587615"/>
                  <a:pt x="161364" y="1595718"/>
                </a:cubicBezTo>
                <a:cubicBezTo>
                  <a:pt x="173469" y="1615892"/>
                  <a:pt x="209456" y="1630069"/>
                  <a:pt x="224117" y="1640541"/>
                </a:cubicBezTo>
                <a:cubicBezTo>
                  <a:pt x="245215" y="1655611"/>
                  <a:pt x="250051" y="1675440"/>
                  <a:pt x="268941" y="1694330"/>
                </a:cubicBezTo>
                <a:cubicBezTo>
                  <a:pt x="294183" y="1719572"/>
                  <a:pt x="306240" y="1718789"/>
                  <a:pt x="331694" y="1739153"/>
                </a:cubicBezTo>
                <a:cubicBezTo>
                  <a:pt x="338294" y="1744433"/>
                  <a:pt x="342063" y="1753303"/>
                  <a:pt x="349623" y="1757083"/>
                </a:cubicBezTo>
                <a:cubicBezTo>
                  <a:pt x="379951" y="1772247"/>
                  <a:pt x="415448" y="1777419"/>
                  <a:pt x="448235" y="1783977"/>
                </a:cubicBezTo>
                <a:cubicBezTo>
                  <a:pt x="460188" y="1789953"/>
                  <a:pt x="470785" y="1800696"/>
                  <a:pt x="484094" y="1801906"/>
                </a:cubicBezTo>
                <a:cubicBezTo>
                  <a:pt x="817892" y="1832251"/>
                  <a:pt x="825136" y="1820898"/>
                  <a:pt x="1138517" y="1801906"/>
                </a:cubicBezTo>
                <a:cubicBezTo>
                  <a:pt x="1162423" y="1792941"/>
                  <a:pt x="1185466" y="1781204"/>
                  <a:pt x="1210235" y="1775012"/>
                </a:cubicBezTo>
                <a:cubicBezTo>
                  <a:pt x="1233608" y="1769169"/>
                  <a:pt x="1258072" y="1769231"/>
                  <a:pt x="1281953" y="1766047"/>
                </a:cubicBezTo>
                <a:lnTo>
                  <a:pt x="1344706" y="1757083"/>
                </a:lnTo>
                <a:cubicBezTo>
                  <a:pt x="1395506" y="1760071"/>
                  <a:pt x="1446685" y="1759171"/>
                  <a:pt x="1497106" y="1766047"/>
                </a:cubicBezTo>
                <a:cubicBezTo>
                  <a:pt x="1513050" y="1768221"/>
                  <a:pt x="1525845" y="1783474"/>
                  <a:pt x="1541929" y="1783977"/>
                </a:cubicBezTo>
                <a:lnTo>
                  <a:pt x="1783976" y="1775012"/>
                </a:lnTo>
                <a:cubicBezTo>
                  <a:pt x="1806260" y="1772536"/>
                  <a:pt x="1899870" y="1762985"/>
                  <a:pt x="1927411" y="1757083"/>
                </a:cubicBezTo>
                <a:cubicBezTo>
                  <a:pt x="2024543" y="1736269"/>
                  <a:pt x="1957095" y="1744199"/>
                  <a:pt x="2052917" y="1712259"/>
                </a:cubicBezTo>
                <a:cubicBezTo>
                  <a:pt x="2076294" y="1704467"/>
                  <a:pt x="2101258" y="1702122"/>
                  <a:pt x="2124635" y="1694330"/>
                </a:cubicBezTo>
                <a:cubicBezTo>
                  <a:pt x="2146225" y="1687133"/>
                  <a:pt x="2165798" y="1674632"/>
                  <a:pt x="2187388" y="1667435"/>
                </a:cubicBezTo>
                <a:cubicBezTo>
                  <a:pt x="2372754" y="1605646"/>
                  <a:pt x="2251434" y="1657955"/>
                  <a:pt x="2384611" y="1604683"/>
                </a:cubicBezTo>
                <a:cubicBezTo>
                  <a:pt x="2405741" y="1596231"/>
                  <a:pt x="2427605" y="1589079"/>
                  <a:pt x="2447364" y="1577788"/>
                </a:cubicBezTo>
                <a:cubicBezTo>
                  <a:pt x="2469683" y="1565034"/>
                  <a:pt x="2487960" y="1545998"/>
                  <a:pt x="2510117" y="1532965"/>
                </a:cubicBezTo>
                <a:cubicBezTo>
                  <a:pt x="2617332" y="1469898"/>
                  <a:pt x="2573415" y="1514559"/>
                  <a:pt x="2644588" y="1452283"/>
                </a:cubicBezTo>
                <a:cubicBezTo>
                  <a:pt x="2654129" y="1443934"/>
                  <a:pt x="2663875" y="1435531"/>
                  <a:pt x="2671482" y="1425388"/>
                </a:cubicBezTo>
                <a:cubicBezTo>
                  <a:pt x="2681936" y="1411449"/>
                  <a:pt x="2689141" y="1395341"/>
                  <a:pt x="2698376" y="1380565"/>
                </a:cubicBezTo>
                <a:cubicBezTo>
                  <a:pt x="2736863" y="1318987"/>
                  <a:pt x="2704228" y="1387289"/>
                  <a:pt x="2752164" y="1264024"/>
                </a:cubicBezTo>
                <a:cubicBezTo>
                  <a:pt x="2795443" y="1152735"/>
                  <a:pt x="2764593" y="1233216"/>
                  <a:pt x="2796988" y="1129553"/>
                </a:cubicBezTo>
                <a:cubicBezTo>
                  <a:pt x="2853277" y="949428"/>
                  <a:pt x="2798816" y="1136604"/>
                  <a:pt x="2841811" y="986118"/>
                </a:cubicBezTo>
                <a:cubicBezTo>
                  <a:pt x="2844799" y="941294"/>
                  <a:pt x="2850776" y="896570"/>
                  <a:pt x="2850776" y="851647"/>
                </a:cubicBezTo>
                <a:cubicBezTo>
                  <a:pt x="2850776" y="664910"/>
                  <a:pt x="2849600" y="745981"/>
                  <a:pt x="2832847" y="645459"/>
                </a:cubicBezTo>
                <a:cubicBezTo>
                  <a:pt x="2829373" y="624616"/>
                  <a:pt x="2830096" y="602902"/>
                  <a:pt x="2823882" y="582706"/>
                </a:cubicBezTo>
                <a:cubicBezTo>
                  <a:pt x="2817987" y="563547"/>
                  <a:pt x="2804698" y="547422"/>
                  <a:pt x="2796988" y="528918"/>
                </a:cubicBezTo>
                <a:cubicBezTo>
                  <a:pt x="2781680" y="492179"/>
                  <a:pt x="2771851" y="432063"/>
                  <a:pt x="2743200" y="403412"/>
                </a:cubicBezTo>
                <a:lnTo>
                  <a:pt x="2716306" y="376518"/>
                </a:lnTo>
                <a:cubicBezTo>
                  <a:pt x="2713318" y="367553"/>
                  <a:pt x="2711930" y="357884"/>
                  <a:pt x="2707341" y="349624"/>
                </a:cubicBezTo>
                <a:cubicBezTo>
                  <a:pt x="2673207" y="288182"/>
                  <a:pt x="2654591" y="278945"/>
                  <a:pt x="2599764" y="224118"/>
                </a:cubicBezTo>
                <a:cubicBezTo>
                  <a:pt x="2590799" y="215153"/>
                  <a:pt x="2579902" y="207773"/>
                  <a:pt x="2572870" y="197224"/>
                </a:cubicBezTo>
                <a:cubicBezTo>
                  <a:pt x="2558393" y="175509"/>
                  <a:pt x="2556173" y="168369"/>
                  <a:pt x="2537011" y="152400"/>
                </a:cubicBezTo>
                <a:cubicBezTo>
                  <a:pt x="2525533" y="142835"/>
                  <a:pt x="2513311" y="134190"/>
                  <a:pt x="2501153" y="125506"/>
                </a:cubicBezTo>
                <a:cubicBezTo>
                  <a:pt x="2492386" y="119244"/>
                  <a:pt x="2482672" y="114308"/>
                  <a:pt x="2474259" y="107577"/>
                </a:cubicBezTo>
                <a:cubicBezTo>
                  <a:pt x="2467659" y="102297"/>
                  <a:pt x="2462929" y="94927"/>
                  <a:pt x="2456329" y="89647"/>
                </a:cubicBezTo>
                <a:cubicBezTo>
                  <a:pt x="2447916" y="82916"/>
                  <a:pt x="2437848" y="78449"/>
                  <a:pt x="2429435" y="71718"/>
                </a:cubicBezTo>
                <a:cubicBezTo>
                  <a:pt x="2422835" y="66438"/>
                  <a:pt x="2418539" y="58476"/>
                  <a:pt x="2411506" y="53788"/>
                </a:cubicBezTo>
                <a:cubicBezTo>
                  <a:pt x="2400387" y="46375"/>
                  <a:pt x="2387250" y="42489"/>
                  <a:pt x="2375647" y="35859"/>
                </a:cubicBezTo>
                <a:cubicBezTo>
                  <a:pt x="2286928" y="-14836"/>
                  <a:pt x="2421283" y="54196"/>
                  <a:pt x="2312894" y="0"/>
                </a:cubicBezTo>
                <a:cubicBezTo>
                  <a:pt x="2286000" y="2988"/>
                  <a:pt x="2258578" y="2880"/>
                  <a:pt x="2232211" y="8965"/>
                </a:cubicBezTo>
                <a:cubicBezTo>
                  <a:pt x="2219190" y="11970"/>
                  <a:pt x="2208636" y="21630"/>
                  <a:pt x="2196353" y="26894"/>
                </a:cubicBezTo>
                <a:cubicBezTo>
                  <a:pt x="2104009" y="66470"/>
                  <a:pt x="2252542" y="-5681"/>
                  <a:pt x="2133600" y="53788"/>
                </a:cubicBezTo>
                <a:cubicBezTo>
                  <a:pt x="2097513" y="89875"/>
                  <a:pt x="2137638" y="55900"/>
                  <a:pt x="2079811" y="80683"/>
                </a:cubicBezTo>
                <a:cubicBezTo>
                  <a:pt x="2069908" y="84927"/>
                  <a:pt x="2062272" y="93267"/>
                  <a:pt x="2052917" y="98612"/>
                </a:cubicBezTo>
                <a:cubicBezTo>
                  <a:pt x="2041314" y="105242"/>
                  <a:pt x="2029467" y="111578"/>
                  <a:pt x="2017059" y="116541"/>
                </a:cubicBezTo>
                <a:cubicBezTo>
                  <a:pt x="1980676" y="131094"/>
                  <a:pt x="1962638" y="134629"/>
                  <a:pt x="1927411" y="143435"/>
                </a:cubicBezTo>
                <a:cubicBezTo>
                  <a:pt x="1918446" y="149412"/>
                  <a:pt x="1909872" y="156019"/>
                  <a:pt x="1900517" y="161365"/>
                </a:cubicBezTo>
                <a:cubicBezTo>
                  <a:pt x="1871666" y="177851"/>
                  <a:pt x="1843519" y="189062"/>
                  <a:pt x="1810870" y="197224"/>
                </a:cubicBezTo>
                <a:cubicBezTo>
                  <a:pt x="1732670" y="216774"/>
                  <a:pt x="1761193" y="204133"/>
                  <a:pt x="1721223" y="224118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2356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E6CFC8-EF95-476B-B5E7-CD2F14851B37}"/>
              </a:ext>
            </a:extLst>
          </p:cNvPr>
          <p:cNvSpPr txBox="1"/>
          <p:nvPr/>
        </p:nvSpPr>
        <p:spPr>
          <a:xfrm>
            <a:off x="3558988" y="651702"/>
            <a:ext cx="57080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K-</a:t>
            </a:r>
            <a:r>
              <a:rPr lang="ko-KR" altLang="en-US" sz="54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최근접 이웃</a:t>
            </a:r>
            <a:r>
              <a:rPr lang="en-US" altLang="ko-KR" sz="54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(KNN)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04218-0883-4C6C-BC56-0C4E8A042F49}"/>
              </a:ext>
            </a:extLst>
          </p:cNvPr>
          <p:cNvSpPr txBox="1"/>
          <p:nvPr/>
        </p:nvSpPr>
        <p:spPr>
          <a:xfrm>
            <a:off x="936811" y="2466109"/>
            <a:ext cx="103183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36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KNN</a:t>
            </a:r>
            <a:r>
              <a:rPr lang="ko-KR" altLang="en-US" sz="36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은 새로운 데이터가 주어졌을 때 기존 데이터가 가운데 가장 가까운 </a:t>
            </a:r>
            <a:r>
              <a:rPr lang="en-US" altLang="ko-KR" sz="36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K</a:t>
            </a:r>
            <a:r>
              <a:rPr lang="ko-KR" altLang="en-US" sz="36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개의 이웃의 정보로 새로운 데이터를 예측하는 알고리즘</a:t>
            </a:r>
          </a:p>
        </p:txBody>
      </p:sp>
    </p:spTree>
    <p:extLst>
      <p:ext uri="{BB962C8B-B14F-4D97-AF65-F5344CB8AC3E}">
        <p14:creationId xmlns:p14="http://schemas.microsoft.com/office/powerpoint/2010/main" val="3575886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D8DD731-1D94-4474-AF51-F0AD7B5FAB06}"/>
              </a:ext>
            </a:extLst>
          </p:cNvPr>
          <p:cNvSpPr/>
          <p:nvPr/>
        </p:nvSpPr>
        <p:spPr>
          <a:xfrm>
            <a:off x="1163782" y="623455"/>
            <a:ext cx="10030691" cy="51816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34AEDDF3-58C7-4DC8-A501-2ED52F827DA6}"/>
              </a:ext>
            </a:extLst>
          </p:cNvPr>
          <p:cNvSpPr/>
          <p:nvPr/>
        </p:nvSpPr>
        <p:spPr>
          <a:xfrm>
            <a:off x="2729345" y="1648691"/>
            <a:ext cx="360219" cy="37407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C0CF733E-DD36-45E1-BE8F-3FDA2392DA95}"/>
              </a:ext>
            </a:extLst>
          </p:cNvPr>
          <p:cNvSpPr/>
          <p:nvPr/>
        </p:nvSpPr>
        <p:spPr>
          <a:xfrm>
            <a:off x="3020291" y="2133600"/>
            <a:ext cx="360219" cy="37407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5C35E78-AA54-40F0-9023-B99929247B08}"/>
              </a:ext>
            </a:extLst>
          </p:cNvPr>
          <p:cNvSpPr/>
          <p:nvPr/>
        </p:nvSpPr>
        <p:spPr>
          <a:xfrm>
            <a:off x="3643745" y="1648690"/>
            <a:ext cx="360219" cy="37407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7D3367D6-8CA0-409D-B36C-7953C0954FE8}"/>
              </a:ext>
            </a:extLst>
          </p:cNvPr>
          <p:cNvSpPr/>
          <p:nvPr/>
        </p:nvSpPr>
        <p:spPr>
          <a:xfrm>
            <a:off x="2757054" y="2902526"/>
            <a:ext cx="360219" cy="37407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F966B72-3930-4E8D-9500-D1B66F561F8E}"/>
              </a:ext>
            </a:extLst>
          </p:cNvPr>
          <p:cNvSpPr/>
          <p:nvPr/>
        </p:nvSpPr>
        <p:spPr>
          <a:xfrm>
            <a:off x="3477490" y="3276599"/>
            <a:ext cx="360219" cy="37407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04337B0A-A7B4-4395-8135-220F13FF68B7}"/>
              </a:ext>
            </a:extLst>
          </p:cNvPr>
          <p:cNvSpPr/>
          <p:nvPr/>
        </p:nvSpPr>
        <p:spPr>
          <a:xfrm>
            <a:off x="8007928" y="1638300"/>
            <a:ext cx="360219" cy="37407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136308C9-BCFD-4A39-A7DD-8DC6B6169917}"/>
              </a:ext>
            </a:extLst>
          </p:cNvPr>
          <p:cNvSpPr/>
          <p:nvPr/>
        </p:nvSpPr>
        <p:spPr>
          <a:xfrm>
            <a:off x="7827818" y="2320636"/>
            <a:ext cx="360219" cy="37407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961FA2DF-9FF4-446D-9F47-B5DC8F6B2DF2}"/>
              </a:ext>
            </a:extLst>
          </p:cNvPr>
          <p:cNvSpPr/>
          <p:nvPr/>
        </p:nvSpPr>
        <p:spPr>
          <a:xfrm>
            <a:off x="6373090" y="4759036"/>
            <a:ext cx="360219" cy="37407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F677D6BD-ED3F-4159-9B02-40D5AC9A6556}"/>
              </a:ext>
            </a:extLst>
          </p:cNvPr>
          <p:cNvSpPr/>
          <p:nvPr/>
        </p:nvSpPr>
        <p:spPr>
          <a:xfrm>
            <a:off x="8714510" y="2715489"/>
            <a:ext cx="360219" cy="37407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55E2140F-A402-4B92-95B5-CEFC7278515A}"/>
              </a:ext>
            </a:extLst>
          </p:cNvPr>
          <p:cNvSpPr/>
          <p:nvPr/>
        </p:nvSpPr>
        <p:spPr>
          <a:xfrm>
            <a:off x="4904508" y="3913907"/>
            <a:ext cx="360219" cy="37407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FBFD3AF6-7261-4FD7-B58D-0F0548F9A0FC}"/>
              </a:ext>
            </a:extLst>
          </p:cNvPr>
          <p:cNvSpPr/>
          <p:nvPr/>
        </p:nvSpPr>
        <p:spPr>
          <a:xfrm>
            <a:off x="8894619" y="4558144"/>
            <a:ext cx="360219" cy="37407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4EE2A8FF-8258-4E11-8C36-423A6DC287D8}"/>
              </a:ext>
            </a:extLst>
          </p:cNvPr>
          <p:cNvSpPr/>
          <p:nvPr/>
        </p:nvSpPr>
        <p:spPr>
          <a:xfrm>
            <a:off x="3640281" y="2507669"/>
            <a:ext cx="360219" cy="374073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9B06091D-0C52-48C5-BEAD-5ED0A0DBA4C5}"/>
              </a:ext>
            </a:extLst>
          </p:cNvPr>
          <p:cNvSpPr/>
          <p:nvPr/>
        </p:nvSpPr>
        <p:spPr>
          <a:xfrm>
            <a:off x="4294909" y="3429000"/>
            <a:ext cx="360219" cy="374073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EF3390B7-CB82-4900-8867-5258B2E12F2F}"/>
              </a:ext>
            </a:extLst>
          </p:cNvPr>
          <p:cNvSpPr/>
          <p:nvPr/>
        </p:nvSpPr>
        <p:spPr>
          <a:xfrm>
            <a:off x="7446819" y="4537361"/>
            <a:ext cx="360219" cy="374073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768183F9-EFEF-4DFE-9653-B1ABACC8ABA9}"/>
              </a:ext>
            </a:extLst>
          </p:cNvPr>
          <p:cNvSpPr/>
          <p:nvPr/>
        </p:nvSpPr>
        <p:spPr>
          <a:xfrm>
            <a:off x="6795653" y="2570008"/>
            <a:ext cx="360219" cy="374073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7C5BB82B-5200-436B-9181-D63FDBFC1EED}"/>
              </a:ext>
            </a:extLst>
          </p:cNvPr>
          <p:cNvSpPr/>
          <p:nvPr/>
        </p:nvSpPr>
        <p:spPr>
          <a:xfrm>
            <a:off x="5950526" y="1638296"/>
            <a:ext cx="360219" cy="37407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2C215F66-388B-4814-8185-915FBF5578D5}"/>
              </a:ext>
            </a:extLst>
          </p:cNvPr>
          <p:cNvSpPr/>
          <p:nvPr/>
        </p:nvSpPr>
        <p:spPr>
          <a:xfrm>
            <a:off x="5521037" y="2008895"/>
            <a:ext cx="360219" cy="37407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4F0DD028-E7E0-4DDF-AC73-B849AD69B37A}"/>
              </a:ext>
            </a:extLst>
          </p:cNvPr>
          <p:cNvSpPr/>
          <p:nvPr/>
        </p:nvSpPr>
        <p:spPr>
          <a:xfrm>
            <a:off x="5032658" y="2694703"/>
            <a:ext cx="360219" cy="374073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7B70CEF6-9F55-4153-B1BF-3B2F1224E5F8}"/>
              </a:ext>
            </a:extLst>
          </p:cNvPr>
          <p:cNvSpPr/>
          <p:nvPr/>
        </p:nvSpPr>
        <p:spPr>
          <a:xfrm>
            <a:off x="5924551" y="2195935"/>
            <a:ext cx="360219" cy="37407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48CBF18A-F90A-40BF-8BBB-52E128CF7DBA}"/>
              </a:ext>
            </a:extLst>
          </p:cNvPr>
          <p:cNvSpPr/>
          <p:nvPr/>
        </p:nvSpPr>
        <p:spPr>
          <a:xfrm>
            <a:off x="5846617" y="3162303"/>
            <a:ext cx="360219" cy="374073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43B68EFB-AF07-481F-9000-2062A7596497}"/>
              </a:ext>
            </a:extLst>
          </p:cNvPr>
          <p:cNvSpPr/>
          <p:nvPr/>
        </p:nvSpPr>
        <p:spPr>
          <a:xfrm>
            <a:off x="5444836" y="1482436"/>
            <a:ext cx="1288473" cy="1205360"/>
          </a:xfrm>
          <a:custGeom>
            <a:avLst/>
            <a:gdLst>
              <a:gd name="connsiteX0" fmla="*/ 1122219 w 1288473"/>
              <a:gd name="connsiteY0" fmla="*/ 789709 h 1205360"/>
              <a:gd name="connsiteX1" fmla="*/ 1136073 w 1288473"/>
              <a:gd name="connsiteY1" fmla="*/ 872837 h 1205360"/>
              <a:gd name="connsiteX2" fmla="*/ 1094509 w 1288473"/>
              <a:gd name="connsiteY2" fmla="*/ 928255 h 1205360"/>
              <a:gd name="connsiteX3" fmla="*/ 1052946 w 1288473"/>
              <a:gd name="connsiteY3" fmla="*/ 969819 h 1205360"/>
              <a:gd name="connsiteX4" fmla="*/ 1025237 w 1288473"/>
              <a:gd name="connsiteY4" fmla="*/ 1011382 h 1205360"/>
              <a:gd name="connsiteX5" fmla="*/ 942109 w 1288473"/>
              <a:gd name="connsiteY5" fmla="*/ 1094509 h 1205360"/>
              <a:gd name="connsiteX6" fmla="*/ 858982 w 1288473"/>
              <a:gd name="connsiteY6" fmla="*/ 1177637 h 1205360"/>
              <a:gd name="connsiteX7" fmla="*/ 692728 w 1288473"/>
              <a:gd name="connsiteY7" fmla="*/ 1191491 h 1205360"/>
              <a:gd name="connsiteX8" fmla="*/ 651164 w 1288473"/>
              <a:gd name="connsiteY8" fmla="*/ 1205346 h 1205360"/>
              <a:gd name="connsiteX9" fmla="*/ 429491 w 1288473"/>
              <a:gd name="connsiteY9" fmla="*/ 1177637 h 1205360"/>
              <a:gd name="connsiteX10" fmla="*/ 374073 w 1288473"/>
              <a:gd name="connsiteY10" fmla="*/ 1149928 h 1205360"/>
              <a:gd name="connsiteX11" fmla="*/ 332509 w 1288473"/>
              <a:gd name="connsiteY11" fmla="*/ 1136073 h 1205360"/>
              <a:gd name="connsiteX12" fmla="*/ 180109 w 1288473"/>
              <a:gd name="connsiteY12" fmla="*/ 1052946 h 1205360"/>
              <a:gd name="connsiteX13" fmla="*/ 152400 w 1288473"/>
              <a:gd name="connsiteY13" fmla="*/ 1011382 h 1205360"/>
              <a:gd name="connsiteX14" fmla="*/ 110837 w 1288473"/>
              <a:gd name="connsiteY14" fmla="*/ 969819 h 1205360"/>
              <a:gd name="connsiteX15" fmla="*/ 96982 w 1288473"/>
              <a:gd name="connsiteY15" fmla="*/ 914400 h 1205360"/>
              <a:gd name="connsiteX16" fmla="*/ 69273 w 1288473"/>
              <a:gd name="connsiteY16" fmla="*/ 872837 h 1205360"/>
              <a:gd name="connsiteX17" fmla="*/ 55419 w 1288473"/>
              <a:gd name="connsiteY17" fmla="*/ 831273 h 1205360"/>
              <a:gd name="connsiteX18" fmla="*/ 27709 w 1288473"/>
              <a:gd name="connsiteY18" fmla="*/ 789709 h 1205360"/>
              <a:gd name="connsiteX19" fmla="*/ 0 w 1288473"/>
              <a:gd name="connsiteY19" fmla="*/ 706582 h 1205360"/>
              <a:gd name="connsiteX20" fmla="*/ 13855 w 1288473"/>
              <a:gd name="connsiteY20" fmla="*/ 457200 h 1205360"/>
              <a:gd name="connsiteX21" fmla="*/ 69273 w 1288473"/>
              <a:gd name="connsiteY21" fmla="*/ 415637 h 1205360"/>
              <a:gd name="connsiteX22" fmla="*/ 110837 w 1288473"/>
              <a:gd name="connsiteY22" fmla="*/ 360219 h 1205360"/>
              <a:gd name="connsiteX23" fmla="*/ 152400 w 1288473"/>
              <a:gd name="connsiteY23" fmla="*/ 318655 h 1205360"/>
              <a:gd name="connsiteX24" fmla="*/ 193964 w 1288473"/>
              <a:gd name="connsiteY24" fmla="*/ 263237 h 1205360"/>
              <a:gd name="connsiteX25" fmla="*/ 235528 w 1288473"/>
              <a:gd name="connsiteY25" fmla="*/ 235528 h 1205360"/>
              <a:gd name="connsiteX26" fmla="*/ 332509 w 1288473"/>
              <a:gd name="connsiteY26" fmla="*/ 138546 h 1205360"/>
              <a:gd name="connsiteX27" fmla="*/ 360219 w 1288473"/>
              <a:gd name="connsiteY27" fmla="*/ 110837 h 1205360"/>
              <a:gd name="connsiteX28" fmla="*/ 415637 w 1288473"/>
              <a:gd name="connsiteY28" fmla="*/ 55419 h 1205360"/>
              <a:gd name="connsiteX29" fmla="*/ 498764 w 1288473"/>
              <a:gd name="connsiteY29" fmla="*/ 27709 h 1205360"/>
              <a:gd name="connsiteX30" fmla="*/ 540328 w 1288473"/>
              <a:gd name="connsiteY30" fmla="*/ 13855 h 1205360"/>
              <a:gd name="connsiteX31" fmla="*/ 637309 w 1288473"/>
              <a:gd name="connsiteY31" fmla="*/ 0 h 1205360"/>
              <a:gd name="connsiteX32" fmla="*/ 762000 w 1288473"/>
              <a:gd name="connsiteY32" fmla="*/ 13855 h 1205360"/>
              <a:gd name="connsiteX33" fmla="*/ 817419 w 1288473"/>
              <a:gd name="connsiteY33" fmla="*/ 27709 h 1205360"/>
              <a:gd name="connsiteX34" fmla="*/ 886691 w 1288473"/>
              <a:gd name="connsiteY34" fmla="*/ 41564 h 1205360"/>
              <a:gd name="connsiteX35" fmla="*/ 942109 w 1288473"/>
              <a:gd name="connsiteY35" fmla="*/ 69273 h 1205360"/>
              <a:gd name="connsiteX36" fmla="*/ 1039091 w 1288473"/>
              <a:gd name="connsiteY36" fmla="*/ 138546 h 1205360"/>
              <a:gd name="connsiteX37" fmla="*/ 1080655 w 1288473"/>
              <a:gd name="connsiteY37" fmla="*/ 180109 h 1205360"/>
              <a:gd name="connsiteX38" fmla="*/ 1136073 w 1288473"/>
              <a:gd name="connsiteY38" fmla="*/ 263237 h 1205360"/>
              <a:gd name="connsiteX39" fmla="*/ 1163782 w 1288473"/>
              <a:gd name="connsiteY39" fmla="*/ 304800 h 1205360"/>
              <a:gd name="connsiteX40" fmla="*/ 1205346 w 1288473"/>
              <a:gd name="connsiteY40" fmla="*/ 346364 h 1205360"/>
              <a:gd name="connsiteX41" fmla="*/ 1260764 w 1288473"/>
              <a:gd name="connsiteY41" fmla="*/ 457200 h 1205360"/>
              <a:gd name="connsiteX42" fmla="*/ 1288473 w 1288473"/>
              <a:gd name="connsiteY42" fmla="*/ 568037 h 1205360"/>
              <a:gd name="connsiteX43" fmla="*/ 1274619 w 1288473"/>
              <a:gd name="connsiteY43" fmla="*/ 720437 h 1205360"/>
              <a:gd name="connsiteX44" fmla="*/ 1260764 w 1288473"/>
              <a:gd name="connsiteY44" fmla="*/ 762000 h 1205360"/>
              <a:gd name="connsiteX45" fmla="*/ 1219200 w 1288473"/>
              <a:gd name="connsiteY45" fmla="*/ 789709 h 1205360"/>
              <a:gd name="connsiteX46" fmla="*/ 1191491 w 1288473"/>
              <a:gd name="connsiteY46" fmla="*/ 831273 h 1205360"/>
              <a:gd name="connsiteX47" fmla="*/ 1149928 w 1288473"/>
              <a:gd name="connsiteY47" fmla="*/ 845128 h 1205360"/>
              <a:gd name="connsiteX48" fmla="*/ 1136073 w 1288473"/>
              <a:gd name="connsiteY48" fmla="*/ 858982 h 1205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288473" h="1205360">
                <a:moveTo>
                  <a:pt x="1122219" y="789709"/>
                </a:moveTo>
                <a:cubicBezTo>
                  <a:pt x="1126837" y="817418"/>
                  <a:pt x="1141582" y="845291"/>
                  <a:pt x="1136073" y="872837"/>
                </a:cubicBezTo>
                <a:cubicBezTo>
                  <a:pt x="1131544" y="895479"/>
                  <a:pt x="1109536" y="910723"/>
                  <a:pt x="1094509" y="928255"/>
                </a:cubicBezTo>
                <a:cubicBezTo>
                  <a:pt x="1081758" y="943131"/>
                  <a:pt x="1065489" y="954767"/>
                  <a:pt x="1052946" y="969819"/>
                </a:cubicBezTo>
                <a:cubicBezTo>
                  <a:pt x="1042286" y="982611"/>
                  <a:pt x="1036299" y="998937"/>
                  <a:pt x="1025237" y="1011382"/>
                </a:cubicBezTo>
                <a:cubicBezTo>
                  <a:pt x="999203" y="1040670"/>
                  <a:pt x="965621" y="1063159"/>
                  <a:pt x="942109" y="1094509"/>
                </a:cubicBezTo>
                <a:cubicBezTo>
                  <a:pt x="925258" y="1116977"/>
                  <a:pt x="894734" y="1170487"/>
                  <a:pt x="858982" y="1177637"/>
                </a:cubicBezTo>
                <a:cubicBezTo>
                  <a:pt x="804452" y="1188543"/>
                  <a:pt x="748146" y="1186873"/>
                  <a:pt x="692728" y="1191491"/>
                </a:cubicBezTo>
                <a:cubicBezTo>
                  <a:pt x="678873" y="1196109"/>
                  <a:pt x="665768" y="1205346"/>
                  <a:pt x="651164" y="1205346"/>
                </a:cubicBezTo>
                <a:cubicBezTo>
                  <a:pt x="581868" y="1205346"/>
                  <a:pt x="497771" y="1206899"/>
                  <a:pt x="429491" y="1177637"/>
                </a:cubicBezTo>
                <a:cubicBezTo>
                  <a:pt x="410508" y="1169501"/>
                  <a:pt x="393056" y="1158064"/>
                  <a:pt x="374073" y="1149928"/>
                </a:cubicBezTo>
                <a:cubicBezTo>
                  <a:pt x="360650" y="1144175"/>
                  <a:pt x="345804" y="1142116"/>
                  <a:pt x="332509" y="1136073"/>
                </a:cubicBezTo>
                <a:cubicBezTo>
                  <a:pt x="233722" y="1091170"/>
                  <a:pt x="245181" y="1096327"/>
                  <a:pt x="180109" y="1052946"/>
                </a:cubicBezTo>
                <a:cubicBezTo>
                  <a:pt x="170873" y="1039091"/>
                  <a:pt x="163060" y="1024174"/>
                  <a:pt x="152400" y="1011382"/>
                </a:cubicBezTo>
                <a:cubicBezTo>
                  <a:pt x="139857" y="996330"/>
                  <a:pt x="120558" y="986830"/>
                  <a:pt x="110837" y="969819"/>
                </a:cubicBezTo>
                <a:cubicBezTo>
                  <a:pt x="101390" y="953286"/>
                  <a:pt x="104483" y="931902"/>
                  <a:pt x="96982" y="914400"/>
                </a:cubicBezTo>
                <a:cubicBezTo>
                  <a:pt x="90423" y="899095"/>
                  <a:pt x="78509" y="886691"/>
                  <a:pt x="69273" y="872837"/>
                </a:cubicBezTo>
                <a:cubicBezTo>
                  <a:pt x="64655" y="858982"/>
                  <a:pt x="61950" y="844335"/>
                  <a:pt x="55419" y="831273"/>
                </a:cubicBezTo>
                <a:cubicBezTo>
                  <a:pt x="47972" y="816380"/>
                  <a:pt x="34472" y="804925"/>
                  <a:pt x="27709" y="789709"/>
                </a:cubicBezTo>
                <a:cubicBezTo>
                  <a:pt x="15846" y="763019"/>
                  <a:pt x="0" y="706582"/>
                  <a:pt x="0" y="706582"/>
                </a:cubicBezTo>
                <a:cubicBezTo>
                  <a:pt x="4618" y="623455"/>
                  <a:pt x="-5429" y="538191"/>
                  <a:pt x="13855" y="457200"/>
                </a:cubicBezTo>
                <a:cubicBezTo>
                  <a:pt x="19203" y="434737"/>
                  <a:pt x="52945" y="431965"/>
                  <a:pt x="69273" y="415637"/>
                </a:cubicBezTo>
                <a:cubicBezTo>
                  <a:pt x="85601" y="399309"/>
                  <a:pt x="95810" y="377751"/>
                  <a:pt x="110837" y="360219"/>
                </a:cubicBezTo>
                <a:cubicBezTo>
                  <a:pt x="123588" y="345343"/>
                  <a:pt x="139649" y="333531"/>
                  <a:pt x="152400" y="318655"/>
                </a:cubicBezTo>
                <a:cubicBezTo>
                  <a:pt x="167427" y="301123"/>
                  <a:pt x="177636" y="279565"/>
                  <a:pt x="193964" y="263237"/>
                </a:cubicBezTo>
                <a:cubicBezTo>
                  <a:pt x="205738" y="251463"/>
                  <a:pt x="223151" y="246667"/>
                  <a:pt x="235528" y="235528"/>
                </a:cubicBezTo>
                <a:cubicBezTo>
                  <a:pt x="269510" y="204945"/>
                  <a:pt x="300182" y="170873"/>
                  <a:pt x="332509" y="138546"/>
                </a:cubicBezTo>
                <a:lnTo>
                  <a:pt x="360219" y="110837"/>
                </a:lnTo>
                <a:cubicBezTo>
                  <a:pt x="378692" y="92364"/>
                  <a:pt x="390853" y="63680"/>
                  <a:pt x="415637" y="55419"/>
                </a:cubicBezTo>
                <a:lnTo>
                  <a:pt x="498764" y="27709"/>
                </a:lnTo>
                <a:cubicBezTo>
                  <a:pt x="512619" y="23091"/>
                  <a:pt x="525871" y="15920"/>
                  <a:pt x="540328" y="13855"/>
                </a:cubicBezTo>
                <a:lnTo>
                  <a:pt x="637309" y="0"/>
                </a:lnTo>
                <a:cubicBezTo>
                  <a:pt x="678873" y="4618"/>
                  <a:pt x="720667" y="7496"/>
                  <a:pt x="762000" y="13855"/>
                </a:cubicBezTo>
                <a:cubicBezTo>
                  <a:pt x="780820" y="16750"/>
                  <a:pt x="798831" y="23578"/>
                  <a:pt x="817419" y="27709"/>
                </a:cubicBezTo>
                <a:cubicBezTo>
                  <a:pt x="840406" y="32817"/>
                  <a:pt x="863600" y="36946"/>
                  <a:pt x="886691" y="41564"/>
                </a:cubicBezTo>
                <a:cubicBezTo>
                  <a:pt x="905164" y="50800"/>
                  <a:pt x="924177" y="59026"/>
                  <a:pt x="942109" y="69273"/>
                </a:cubicBezTo>
                <a:cubicBezTo>
                  <a:pt x="964042" y="81806"/>
                  <a:pt x="1024219" y="125798"/>
                  <a:pt x="1039091" y="138546"/>
                </a:cubicBezTo>
                <a:cubicBezTo>
                  <a:pt x="1053967" y="151297"/>
                  <a:pt x="1068626" y="164643"/>
                  <a:pt x="1080655" y="180109"/>
                </a:cubicBezTo>
                <a:cubicBezTo>
                  <a:pt x="1101101" y="206396"/>
                  <a:pt x="1117600" y="235528"/>
                  <a:pt x="1136073" y="263237"/>
                </a:cubicBezTo>
                <a:cubicBezTo>
                  <a:pt x="1145309" y="277091"/>
                  <a:pt x="1152008" y="293026"/>
                  <a:pt x="1163782" y="304800"/>
                </a:cubicBezTo>
                <a:lnTo>
                  <a:pt x="1205346" y="346364"/>
                </a:lnTo>
                <a:cubicBezTo>
                  <a:pt x="1232891" y="456549"/>
                  <a:pt x="1197963" y="347300"/>
                  <a:pt x="1260764" y="457200"/>
                </a:cubicBezTo>
                <a:cubicBezTo>
                  <a:pt x="1273874" y="480142"/>
                  <a:pt x="1284964" y="550492"/>
                  <a:pt x="1288473" y="568037"/>
                </a:cubicBezTo>
                <a:cubicBezTo>
                  <a:pt x="1283855" y="618837"/>
                  <a:pt x="1281833" y="669940"/>
                  <a:pt x="1274619" y="720437"/>
                </a:cubicBezTo>
                <a:cubicBezTo>
                  <a:pt x="1272554" y="734894"/>
                  <a:pt x="1269887" y="750596"/>
                  <a:pt x="1260764" y="762000"/>
                </a:cubicBezTo>
                <a:cubicBezTo>
                  <a:pt x="1250362" y="775002"/>
                  <a:pt x="1233055" y="780473"/>
                  <a:pt x="1219200" y="789709"/>
                </a:cubicBezTo>
                <a:cubicBezTo>
                  <a:pt x="1209964" y="803564"/>
                  <a:pt x="1204493" y="820871"/>
                  <a:pt x="1191491" y="831273"/>
                </a:cubicBezTo>
                <a:cubicBezTo>
                  <a:pt x="1180087" y="840396"/>
                  <a:pt x="1162990" y="838597"/>
                  <a:pt x="1149928" y="845128"/>
                </a:cubicBezTo>
                <a:cubicBezTo>
                  <a:pt x="1144086" y="848049"/>
                  <a:pt x="1140691" y="854364"/>
                  <a:pt x="1136073" y="858982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786ACF2D-0425-44CD-828A-0493960962B5}"/>
              </a:ext>
            </a:extLst>
          </p:cNvPr>
          <p:cNvSpPr/>
          <p:nvPr/>
        </p:nvSpPr>
        <p:spPr>
          <a:xfrm>
            <a:off x="4571962" y="1080655"/>
            <a:ext cx="2964911" cy="2604654"/>
          </a:xfrm>
          <a:custGeom>
            <a:avLst/>
            <a:gdLst>
              <a:gd name="connsiteX0" fmla="*/ 2604693 w 2964911"/>
              <a:gd name="connsiteY0" fmla="*/ 2244436 h 2604654"/>
              <a:gd name="connsiteX1" fmla="*/ 2424583 w 2964911"/>
              <a:gd name="connsiteY1" fmla="*/ 2396836 h 2604654"/>
              <a:gd name="connsiteX2" fmla="*/ 2313747 w 2964911"/>
              <a:gd name="connsiteY2" fmla="*/ 2479963 h 2604654"/>
              <a:gd name="connsiteX3" fmla="*/ 2272183 w 2964911"/>
              <a:gd name="connsiteY3" fmla="*/ 2493818 h 2604654"/>
              <a:gd name="connsiteX4" fmla="*/ 2216765 w 2964911"/>
              <a:gd name="connsiteY4" fmla="*/ 2535381 h 2604654"/>
              <a:gd name="connsiteX5" fmla="*/ 2161347 w 2964911"/>
              <a:gd name="connsiteY5" fmla="*/ 2549236 h 2604654"/>
              <a:gd name="connsiteX6" fmla="*/ 2092074 w 2964911"/>
              <a:gd name="connsiteY6" fmla="*/ 2576945 h 2604654"/>
              <a:gd name="connsiteX7" fmla="*/ 1898111 w 2964911"/>
              <a:gd name="connsiteY7" fmla="*/ 2604654 h 2604654"/>
              <a:gd name="connsiteX8" fmla="*/ 1593311 w 2964911"/>
              <a:gd name="connsiteY8" fmla="*/ 2590800 h 2604654"/>
              <a:gd name="connsiteX9" fmla="*/ 1524038 w 2964911"/>
              <a:gd name="connsiteY9" fmla="*/ 2576945 h 2604654"/>
              <a:gd name="connsiteX10" fmla="*/ 1440911 w 2964911"/>
              <a:gd name="connsiteY10" fmla="*/ 2563090 h 2604654"/>
              <a:gd name="connsiteX11" fmla="*/ 1399347 w 2964911"/>
              <a:gd name="connsiteY11" fmla="*/ 2549236 h 2604654"/>
              <a:gd name="connsiteX12" fmla="*/ 1149965 w 2964911"/>
              <a:gd name="connsiteY12" fmla="*/ 2535381 h 2604654"/>
              <a:gd name="connsiteX13" fmla="*/ 1108402 w 2964911"/>
              <a:gd name="connsiteY13" fmla="*/ 2521527 h 2604654"/>
              <a:gd name="connsiteX14" fmla="*/ 1039129 w 2964911"/>
              <a:gd name="connsiteY14" fmla="*/ 2507672 h 2604654"/>
              <a:gd name="connsiteX15" fmla="*/ 983711 w 2964911"/>
              <a:gd name="connsiteY15" fmla="*/ 2493818 h 2604654"/>
              <a:gd name="connsiteX16" fmla="*/ 928293 w 2964911"/>
              <a:gd name="connsiteY16" fmla="*/ 2466109 h 2604654"/>
              <a:gd name="connsiteX17" fmla="*/ 859020 w 2964911"/>
              <a:gd name="connsiteY17" fmla="*/ 2410690 h 2604654"/>
              <a:gd name="connsiteX18" fmla="*/ 803602 w 2964911"/>
              <a:gd name="connsiteY18" fmla="*/ 2396836 h 2604654"/>
              <a:gd name="connsiteX19" fmla="*/ 762038 w 2964911"/>
              <a:gd name="connsiteY19" fmla="*/ 2355272 h 2604654"/>
              <a:gd name="connsiteX20" fmla="*/ 720474 w 2964911"/>
              <a:gd name="connsiteY20" fmla="*/ 2341418 h 2604654"/>
              <a:gd name="connsiteX21" fmla="*/ 665056 w 2964911"/>
              <a:gd name="connsiteY21" fmla="*/ 2286000 h 2604654"/>
              <a:gd name="connsiteX22" fmla="*/ 637347 w 2964911"/>
              <a:gd name="connsiteY22" fmla="*/ 2258290 h 2604654"/>
              <a:gd name="connsiteX23" fmla="*/ 581929 w 2964911"/>
              <a:gd name="connsiteY23" fmla="*/ 2230581 h 2604654"/>
              <a:gd name="connsiteX24" fmla="*/ 540365 w 2964911"/>
              <a:gd name="connsiteY24" fmla="*/ 2202872 h 2604654"/>
              <a:gd name="connsiteX25" fmla="*/ 512656 w 2964911"/>
              <a:gd name="connsiteY25" fmla="*/ 2147454 h 2604654"/>
              <a:gd name="connsiteX26" fmla="*/ 457238 w 2964911"/>
              <a:gd name="connsiteY26" fmla="*/ 2105890 h 2604654"/>
              <a:gd name="connsiteX27" fmla="*/ 415674 w 2964911"/>
              <a:gd name="connsiteY27" fmla="*/ 2050472 h 2604654"/>
              <a:gd name="connsiteX28" fmla="*/ 387965 w 2964911"/>
              <a:gd name="connsiteY28" fmla="*/ 2008909 h 2604654"/>
              <a:gd name="connsiteX29" fmla="*/ 346402 w 2964911"/>
              <a:gd name="connsiteY29" fmla="*/ 1953490 h 2604654"/>
              <a:gd name="connsiteX30" fmla="*/ 290983 w 2964911"/>
              <a:gd name="connsiteY30" fmla="*/ 1870363 h 2604654"/>
              <a:gd name="connsiteX31" fmla="*/ 249420 w 2964911"/>
              <a:gd name="connsiteY31" fmla="*/ 1828800 h 2604654"/>
              <a:gd name="connsiteX32" fmla="*/ 180147 w 2964911"/>
              <a:gd name="connsiteY32" fmla="*/ 1731818 h 2604654"/>
              <a:gd name="connsiteX33" fmla="*/ 152438 w 2964911"/>
              <a:gd name="connsiteY33" fmla="*/ 1676400 h 2604654"/>
              <a:gd name="connsiteX34" fmla="*/ 110874 w 2964911"/>
              <a:gd name="connsiteY34" fmla="*/ 1593272 h 2604654"/>
              <a:gd name="connsiteX35" fmla="*/ 83165 w 2964911"/>
              <a:gd name="connsiteY35" fmla="*/ 1537854 h 2604654"/>
              <a:gd name="connsiteX36" fmla="*/ 27747 w 2964911"/>
              <a:gd name="connsiteY36" fmla="*/ 1454727 h 2604654"/>
              <a:gd name="connsiteX37" fmla="*/ 13893 w 2964911"/>
              <a:gd name="connsiteY37" fmla="*/ 1385454 h 2604654"/>
              <a:gd name="connsiteX38" fmla="*/ 38 w 2964911"/>
              <a:gd name="connsiteY38" fmla="*/ 1343890 h 2604654"/>
              <a:gd name="connsiteX39" fmla="*/ 27747 w 2964911"/>
              <a:gd name="connsiteY39" fmla="*/ 1122218 h 2604654"/>
              <a:gd name="connsiteX40" fmla="*/ 97020 w 2964911"/>
              <a:gd name="connsiteY40" fmla="*/ 1011381 h 2604654"/>
              <a:gd name="connsiteX41" fmla="*/ 138583 w 2964911"/>
              <a:gd name="connsiteY41" fmla="*/ 914400 h 2604654"/>
              <a:gd name="connsiteX42" fmla="*/ 235565 w 2964911"/>
              <a:gd name="connsiteY42" fmla="*/ 789709 h 2604654"/>
              <a:gd name="connsiteX43" fmla="*/ 290983 w 2964911"/>
              <a:gd name="connsiteY43" fmla="*/ 692727 h 2604654"/>
              <a:gd name="connsiteX44" fmla="*/ 374111 w 2964911"/>
              <a:gd name="connsiteY44" fmla="*/ 609600 h 2604654"/>
              <a:gd name="connsiteX45" fmla="*/ 401820 w 2964911"/>
              <a:gd name="connsiteY45" fmla="*/ 581890 h 2604654"/>
              <a:gd name="connsiteX46" fmla="*/ 471093 w 2964911"/>
              <a:gd name="connsiteY46" fmla="*/ 512618 h 2604654"/>
              <a:gd name="connsiteX47" fmla="*/ 512656 w 2964911"/>
              <a:gd name="connsiteY47" fmla="*/ 471054 h 2604654"/>
              <a:gd name="connsiteX48" fmla="*/ 568074 w 2964911"/>
              <a:gd name="connsiteY48" fmla="*/ 457200 h 2604654"/>
              <a:gd name="connsiteX49" fmla="*/ 623493 w 2964911"/>
              <a:gd name="connsiteY49" fmla="*/ 401781 h 2604654"/>
              <a:gd name="connsiteX50" fmla="*/ 651202 w 2964911"/>
              <a:gd name="connsiteY50" fmla="*/ 360218 h 2604654"/>
              <a:gd name="connsiteX51" fmla="*/ 720474 w 2964911"/>
              <a:gd name="connsiteY51" fmla="*/ 318654 h 2604654"/>
              <a:gd name="connsiteX52" fmla="*/ 817456 w 2964911"/>
              <a:gd name="connsiteY52" fmla="*/ 249381 h 2604654"/>
              <a:gd name="connsiteX53" fmla="*/ 900583 w 2964911"/>
              <a:gd name="connsiteY53" fmla="*/ 193963 h 2604654"/>
              <a:gd name="connsiteX54" fmla="*/ 942147 w 2964911"/>
              <a:gd name="connsiteY54" fmla="*/ 166254 h 2604654"/>
              <a:gd name="connsiteX55" fmla="*/ 997565 w 2964911"/>
              <a:gd name="connsiteY55" fmla="*/ 124690 h 2604654"/>
              <a:gd name="connsiteX56" fmla="*/ 1039129 w 2964911"/>
              <a:gd name="connsiteY56" fmla="*/ 110836 h 2604654"/>
              <a:gd name="connsiteX57" fmla="*/ 1149965 w 2964911"/>
              <a:gd name="connsiteY57" fmla="*/ 69272 h 2604654"/>
              <a:gd name="connsiteX58" fmla="*/ 1191529 w 2964911"/>
              <a:gd name="connsiteY58" fmla="*/ 41563 h 2604654"/>
              <a:gd name="connsiteX59" fmla="*/ 1260802 w 2964911"/>
              <a:gd name="connsiteY59" fmla="*/ 27709 h 2604654"/>
              <a:gd name="connsiteX60" fmla="*/ 1343929 w 2964911"/>
              <a:gd name="connsiteY60" fmla="*/ 0 h 2604654"/>
              <a:gd name="connsiteX61" fmla="*/ 1856547 w 2964911"/>
              <a:gd name="connsiteY61" fmla="*/ 13854 h 2604654"/>
              <a:gd name="connsiteX62" fmla="*/ 1911965 w 2964911"/>
              <a:gd name="connsiteY62" fmla="*/ 41563 h 2604654"/>
              <a:gd name="connsiteX63" fmla="*/ 1953529 w 2964911"/>
              <a:gd name="connsiteY63" fmla="*/ 55418 h 2604654"/>
              <a:gd name="connsiteX64" fmla="*/ 2050511 w 2964911"/>
              <a:gd name="connsiteY64" fmla="*/ 96981 h 2604654"/>
              <a:gd name="connsiteX65" fmla="*/ 2092074 w 2964911"/>
              <a:gd name="connsiteY65" fmla="*/ 124690 h 2604654"/>
              <a:gd name="connsiteX66" fmla="*/ 2119783 w 2964911"/>
              <a:gd name="connsiteY66" fmla="*/ 152400 h 2604654"/>
              <a:gd name="connsiteX67" fmla="*/ 2175202 w 2964911"/>
              <a:gd name="connsiteY67" fmla="*/ 180109 h 2604654"/>
              <a:gd name="connsiteX68" fmla="*/ 2272183 w 2964911"/>
              <a:gd name="connsiteY68" fmla="*/ 263236 h 2604654"/>
              <a:gd name="connsiteX69" fmla="*/ 2313747 w 2964911"/>
              <a:gd name="connsiteY69" fmla="*/ 290945 h 2604654"/>
              <a:gd name="connsiteX70" fmla="*/ 2466147 w 2964911"/>
              <a:gd name="connsiteY70" fmla="*/ 443345 h 2604654"/>
              <a:gd name="connsiteX71" fmla="*/ 2507711 w 2964911"/>
              <a:gd name="connsiteY71" fmla="*/ 484909 h 2604654"/>
              <a:gd name="connsiteX72" fmla="*/ 2549274 w 2964911"/>
              <a:gd name="connsiteY72" fmla="*/ 512618 h 2604654"/>
              <a:gd name="connsiteX73" fmla="*/ 2646256 w 2964911"/>
              <a:gd name="connsiteY73" fmla="*/ 651163 h 2604654"/>
              <a:gd name="connsiteX74" fmla="*/ 2687820 w 2964911"/>
              <a:gd name="connsiteY74" fmla="*/ 678872 h 2604654"/>
              <a:gd name="connsiteX75" fmla="*/ 2729383 w 2964911"/>
              <a:gd name="connsiteY75" fmla="*/ 734290 h 2604654"/>
              <a:gd name="connsiteX76" fmla="*/ 2770947 w 2964911"/>
              <a:gd name="connsiteY76" fmla="*/ 775854 h 2604654"/>
              <a:gd name="connsiteX77" fmla="*/ 2784802 w 2964911"/>
              <a:gd name="connsiteY77" fmla="*/ 817418 h 2604654"/>
              <a:gd name="connsiteX78" fmla="*/ 2840220 w 2964911"/>
              <a:gd name="connsiteY78" fmla="*/ 900545 h 2604654"/>
              <a:gd name="connsiteX79" fmla="*/ 2867929 w 2964911"/>
              <a:gd name="connsiteY79" fmla="*/ 942109 h 2604654"/>
              <a:gd name="connsiteX80" fmla="*/ 2895638 w 2964911"/>
              <a:gd name="connsiteY80" fmla="*/ 1052945 h 2604654"/>
              <a:gd name="connsiteX81" fmla="*/ 2909493 w 2964911"/>
              <a:gd name="connsiteY81" fmla="*/ 1108363 h 2604654"/>
              <a:gd name="connsiteX82" fmla="*/ 2923347 w 2964911"/>
              <a:gd name="connsiteY82" fmla="*/ 1191490 h 2604654"/>
              <a:gd name="connsiteX83" fmla="*/ 2964911 w 2964911"/>
              <a:gd name="connsiteY83" fmla="*/ 1343890 h 2604654"/>
              <a:gd name="connsiteX84" fmla="*/ 2937202 w 2964911"/>
              <a:gd name="connsiteY84" fmla="*/ 1537854 h 2604654"/>
              <a:gd name="connsiteX85" fmla="*/ 2895638 w 2964911"/>
              <a:gd name="connsiteY85" fmla="*/ 1593272 h 2604654"/>
              <a:gd name="connsiteX86" fmla="*/ 2867929 w 2964911"/>
              <a:gd name="connsiteY86" fmla="*/ 1690254 h 2604654"/>
              <a:gd name="connsiteX87" fmla="*/ 2840220 w 2964911"/>
              <a:gd name="connsiteY87" fmla="*/ 1911927 h 2604654"/>
              <a:gd name="connsiteX88" fmla="*/ 2826365 w 2964911"/>
              <a:gd name="connsiteY88" fmla="*/ 2008909 h 2604654"/>
              <a:gd name="connsiteX89" fmla="*/ 2798656 w 2964911"/>
              <a:gd name="connsiteY89" fmla="*/ 2064327 h 2604654"/>
              <a:gd name="connsiteX90" fmla="*/ 2743238 w 2964911"/>
              <a:gd name="connsiteY90" fmla="*/ 2133600 h 2604654"/>
              <a:gd name="connsiteX91" fmla="*/ 2687820 w 2964911"/>
              <a:gd name="connsiteY91" fmla="*/ 2216727 h 2604654"/>
              <a:gd name="connsiteX92" fmla="*/ 2646256 w 2964911"/>
              <a:gd name="connsiteY92" fmla="*/ 2230581 h 2604654"/>
              <a:gd name="connsiteX93" fmla="*/ 2549274 w 2964911"/>
              <a:gd name="connsiteY93" fmla="*/ 2244436 h 2604654"/>
              <a:gd name="connsiteX94" fmla="*/ 2549274 w 2964911"/>
              <a:gd name="connsiteY94" fmla="*/ 2230581 h 2604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2964911" h="2604654">
                <a:moveTo>
                  <a:pt x="2604693" y="2244436"/>
                </a:moveTo>
                <a:cubicBezTo>
                  <a:pt x="2456301" y="2422505"/>
                  <a:pt x="2627884" y="2234194"/>
                  <a:pt x="2424583" y="2396836"/>
                </a:cubicBezTo>
                <a:cubicBezTo>
                  <a:pt x="2407586" y="2410434"/>
                  <a:pt x="2343158" y="2465258"/>
                  <a:pt x="2313747" y="2479963"/>
                </a:cubicBezTo>
                <a:cubicBezTo>
                  <a:pt x="2300685" y="2486494"/>
                  <a:pt x="2286038" y="2489200"/>
                  <a:pt x="2272183" y="2493818"/>
                </a:cubicBezTo>
                <a:cubicBezTo>
                  <a:pt x="2253710" y="2507672"/>
                  <a:pt x="2237418" y="2525055"/>
                  <a:pt x="2216765" y="2535381"/>
                </a:cubicBezTo>
                <a:cubicBezTo>
                  <a:pt x="2199734" y="2543896"/>
                  <a:pt x="2179411" y="2543215"/>
                  <a:pt x="2161347" y="2549236"/>
                </a:cubicBezTo>
                <a:cubicBezTo>
                  <a:pt x="2137754" y="2557101"/>
                  <a:pt x="2115667" y="2569080"/>
                  <a:pt x="2092074" y="2576945"/>
                </a:cubicBezTo>
                <a:cubicBezTo>
                  <a:pt x="2027499" y="2598470"/>
                  <a:pt x="1968173" y="2597648"/>
                  <a:pt x="1898111" y="2604654"/>
                </a:cubicBezTo>
                <a:cubicBezTo>
                  <a:pt x="1796511" y="2600036"/>
                  <a:pt x="1694738" y="2598313"/>
                  <a:pt x="1593311" y="2590800"/>
                </a:cubicBezTo>
                <a:cubicBezTo>
                  <a:pt x="1569827" y="2589060"/>
                  <a:pt x="1547206" y="2581158"/>
                  <a:pt x="1524038" y="2576945"/>
                </a:cubicBezTo>
                <a:cubicBezTo>
                  <a:pt x="1496400" y="2571920"/>
                  <a:pt x="1468333" y="2569184"/>
                  <a:pt x="1440911" y="2563090"/>
                </a:cubicBezTo>
                <a:cubicBezTo>
                  <a:pt x="1426655" y="2559922"/>
                  <a:pt x="1413885" y="2550621"/>
                  <a:pt x="1399347" y="2549236"/>
                </a:cubicBezTo>
                <a:cubicBezTo>
                  <a:pt x="1316466" y="2541343"/>
                  <a:pt x="1233092" y="2539999"/>
                  <a:pt x="1149965" y="2535381"/>
                </a:cubicBezTo>
                <a:cubicBezTo>
                  <a:pt x="1136111" y="2530763"/>
                  <a:pt x="1122570" y="2525069"/>
                  <a:pt x="1108402" y="2521527"/>
                </a:cubicBezTo>
                <a:cubicBezTo>
                  <a:pt x="1085557" y="2515816"/>
                  <a:pt x="1062117" y="2512780"/>
                  <a:pt x="1039129" y="2507672"/>
                </a:cubicBezTo>
                <a:cubicBezTo>
                  <a:pt x="1020541" y="2503541"/>
                  <a:pt x="1002184" y="2498436"/>
                  <a:pt x="983711" y="2493818"/>
                </a:cubicBezTo>
                <a:cubicBezTo>
                  <a:pt x="965238" y="2484582"/>
                  <a:pt x="945477" y="2477565"/>
                  <a:pt x="928293" y="2466109"/>
                </a:cubicBezTo>
                <a:cubicBezTo>
                  <a:pt x="874670" y="2430361"/>
                  <a:pt x="929475" y="2440885"/>
                  <a:pt x="859020" y="2410690"/>
                </a:cubicBezTo>
                <a:cubicBezTo>
                  <a:pt x="841518" y="2403189"/>
                  <a:pt x="822075" y="2401454"/>
                  <a:pt x="803602" y="2396836"/>
                </a:cubicBezTo>
                <a:cubicBezTo>
                  <a:pt x="789747" y="2382981"/>
                  <a:pt x="778341" y="2366140"/>
                  <a:pt x="762038" y="2355272"/>
                </a:cubicBezTo>
                <a:cubicBezTo>
                  <a:pt x="749887" y="2347171"/>
                  <a:pt x="730801" y="2351745"/>
                  <a:pt x="720474" y="2341418"/>
                </a:cubicBezTo>
                <a:cubicBezTo>
                  <a:pt x="646583" y="2267527"/>
                  <a:pt x="775893" y="2322944"/>
                  <a:pt x="665056" y="2286000"/>
                </a:cubicBezTo>
                <a:cubicBezTo>
                  <a:pt x="655820" y="2276763"/>
                  <a:pt x="648215" y="2265536"/>
                  <a:pt x="637347" y="2258290"/>
                </a:cubicBezTo>
                <a:cubicBezTo>
                  <a:pt x="620163" y="2246834"/>
                  <a:pt x="599861" y="2240828"/>
                  <a:pt x="581929" y="2230581"/>
                </a:cubicBezTo>
                <a:cubicBezTo>
                  <a:pt x="567472" y="2222320"/>
                  <a:pt x="554220" y="2212108"/>
                  <a:pt x="540365" y="2202872"/>
                </a:cubicBezTo>
                <a:cubicBezTo>
                  <a:pt x="531129" y="2184399"/>
                  <a:pt x="526097" y="2163135"/>
                  <a:pt x="512656" y="2147454"/>
                </a:cubicBezTo>
                <a:cubicBezTo>
                  <a:pt x="497629" y="2129922"/>
                  <a:pt x="473566" y="2122218"/>
                  <a:pt x="457238" y="2105890"/>
                </a:cubicBezTo>
                <a:cubicBezTo>
                  <a:pt x="440910" y="2089562"/>
                  <a:pt x="429095" y="2069262"/>
                  <a:pt x="415674" y="2050472"/>
                </a:cubicBezTo>
                <a:cubicBezTo>
                  <a:pt x="405996" y="2036923"/>
                  <a:pt x="397643" y="2022458"/>
                  <a:pt x="387965" y="2008909"/>
                </a:cubicBezTo>
                <a:cubicBezTo>
                  <a:pt x="374544" y="1990119"/>
                  <a:pt x="359644" y="1972407"/>
                  <a:pt x="346402" y="1953490"/>
                </a:cubicBezTo>
                <a:cubicBezTo>
                  <a:pt x="327304" y="1926208"/>
                  <a:pt x="314531" y="1893911"/>
                  <a:pt x="290983" y="1870363"/>
                </a:cubicBezTo>
                <a:lnTo>
                  <a:pt x="249420" y="1828800"/>
                </a:lnTo>
                <a:cubicBezTo>
                  <a:pt x="173480" y="1676917"/>
                  <a:pt x="273758" y="1862872"/>
                  <a:pt x="180147" y="1731818"/>
                </a:cubicBezTo>
                <a:cubicBezTo>
                  <a:pt x="168143" y="1715012"/>
                  <a:pt x="162685" y="1694332"/>
                  <a:pt x="152438" y="1676400"/>
                </a:cubicBezTo>
                <a:cubicBezTo>
                  <a:pt x="76367" y="1543275"/>
                  <a:pt x="165306" y="1720280"/>
                  <a:pt x="110874" y="1593272"/>
                </a:cubicBezTo>
                <a:cubicBezTo>
                  <a:pt x="102738" y="1574289"/>
                  <a:pt x="93791" y="1555564"/>
                  <a:pt x="83165" y="1537854"/>
                </a:cubicBezTo>
                <a:cubicBezTo>
                  <a:pt x="66031" y="1509298"/>
                  <a:pt x="27747" y="1454727"/>
                  <a:pt x="27747" y="1454727"/>
                </a:cubicBezTo>
                <a:cubicBezTo>
                  <a:pt x="23129" y="1431636"/>
                  <a:pt x="19604" y="1408299"/>
                  <a:pt x="13893" y="1385454"/>
                </a:cubicBezTo>
                <a:cubicBezTo>
                  <a:pt x="10351" y="1371286"/>
                  <a:pt x="-730" y="1358474"/>
                  <a:pt x="38" y="1343890"/>
                </a:cubicBezTo>
                <a:cubicBezTo>
                  <a:pt x="3952" y="1269527"/>
                  <a:pt x="13143" y="1195238"/>
                  <a:pt x="27747" y="1122218"/>
                </a:cubicBezTo>
                <a:cubicBezTo>
                  <a:pt x="36007" y="1080920"/>
                  <a:pt x="76355" y="1044445"/>
                  <a:pt x="97020" y="1011381"/>
                </a:cubicBezTo>
                <a:cubicBezTo>
                  <a:pt x="235771" y="789380"/>
                  <a:pt x="44299" y="1084111"/>
                  <a:pt x="138583" y="914400"/>
                </a:cubicBezTo>
                <a:cubicBezTo>
                  <a:pt x="180012" y="839828"/>
                  <a:pt x="185078" y="840196"/>
                  <a:pt x="235565" y="789709"/>
                </a:cubicBezTo>
                <a:cubicBezTo>
                  <a:pt x="249902" y="761035"/>
                  <a:pt x="268602" y="717906"/>
                  <a:pt x="290983" y="692727"/>
                </a:cubicBezTo>
                <a:cubicBezTo>
                  <a:pt x="317017" y="663439"/>
                  <a:pt x="346402" y="637309"/>
                  <a:pt x="374111" y="609600"/>
                </a:cubicBezTo>
                <a:lnTo>
                  <a:pt x="401820" y="581890"/>
                </a:lnTo>
                <a:lnTo>
                  <a:pt x="471093" y="512618"/>
                </a:lnTo>
                <a:cubicBezTo>
                  <a:pt x="484948" y="498763"/>
                  <a:pt x="493648" y="475806"/>
                  <a:pt x="512656" y="471054"/>
                </a:cubicBezTo>
                <a:lnTo>
                  <a:pt x="568074" y="457200"/>
                </a:lnTo>
                <a:cubicBezTo>
                  <a:pt x="586547" y="438727"/>
                  <a:pt x="609001" y="423518"/>
                  <a:pt x="623493" y="401781"/>
                </a:cubicBezTo>
                <a:cubicBezTo>
                  <a:pt x="632729" y="387927"/>
                  <a:pt x="638560" y="371054"/>
                  <a:pt x="651202" y="360218"/>
                </a:cubicBezTo>
                <a:cubicBezTo>
                  <a:pt x="671647" y="342693"/>
                  <a:pt x="697639" y="332926"/>
                  <a:pt x="720474" y="318654"/>
                </a:cubicBezTo>
                <a:cubicBezTo>
                  <a:pt x="780545" y="281109"/>
                  <a:pt x="749696" y="296814"/>
                  <a:pt x="817456" y="249381"/>
                </a:cubicBezTo>
                <a:cubicBezTo>
                  <a:pt x="844738" y="230283"/>
                  <a:pt x="872874" y="212436"/>
                  <a:pt x="900583" y="193963"/>
                </a:cubicBezTo>
                <a:cubicBezTo>
                  <a:pt x="914438" y="184727"/>
                  <a:pt x="928826" y="176245"/>
                  <a:pt x="942147" y="166254"/>
                </a:cubicBezTo>
                <a:cubicBezTo>
                  <a:pt x="960620" y="152399"/>
                  <a:pt x="977516" y="136146"/>
                  <a:pt x="997565" y="124690"/>
                </a:cubicBezTo>
                <a:cubicBezTo>
                  <a:pt x="1010245" y="117444"/>
                  <a:pt x="1025274" y="115454"/>
                  <a:pt x="1039129" y="110836"/>
                </a:cubicBezTo>
                <a:cubicBezTo>
                  <a:pt x="1136604" y="45853"/>
                  <a:pt x="1013004" y="120633"/>
                  <a:pt x="1149965" y="69272"/>
                </a:cubicBezTo>
                <a:cubicBezTo>
                  <a:pt x="1165556" y="63425"/>
                  <a:pt x="1175938" y="47410"/>
                  <a:pt x="1191529" y="41563"/>
                </a:cubicBezTo>
                <a:cubicBezTo>
                  <a:pt x="1213578" y="33295"/>
                  <a:pt x="1238083" y="33905"/>
                  <a:pt x="1260802" y="27709"/>
                </a:cubicBezTo>
                <a:cubicBezTo>
                  <a:pt x="1288981" y="20024"/>
                  <a:pt x="1343929" y="0"/>
                  <a:pt x="1343929" y="0"/>
                </a:cubicBezTo>
                <a:cubicBezTo>
                  <a:pt x="1514802" y="4618"/>
                  <a:pt x="1686068" y="1380"/>
                  <a:pt x="1856547" y="13854"/>
                </a:cubicBezTo>
                <a:cubicBezTo>
                  <a:pt x="1877145" y="15361"/>
                  <a:pt x="1892982" y="33427"/>
                  <a:pt x="1911965" y="41563"/>
                </a:cubicBezTo>
                <a:cubicBezTo>
                  <a:pt x="1925388" y="47316"/>
                  <a:pt x="1940106" y="49665"/>
                  <a:pt x="1953529" y="55418"/>
                </a:cubicBezTo>
                <a:cubicBezTo>
                  <a:pt x="2073357" y="106773"/>
                  <a:pt x="1953045" y="64494"/>
                  <a:pt x="2050511" y="96981"/>
                </a:cubicBezTo>
                <a:cubicBezTo>
                  <a:pt x="2064365" y="106217"/>
                  <a:pt x="2079072" y="114288"/>
                  <a:pt x="2092074" y="124690"/>
                </a:cubicBezTo>
                <a:cubicBezTo>
                  <a:pt x="2102274" y="132850"/>
                  <a:pt x="2108914" y="145154"/>
                  <a:pt x="2119783" y="152400"/>
                </a:cubicBezTo>
                <a:cubicBezTo>
                  <a:pt x="2136968" y="163856"/>
                  <a:pt x="2156729" y="170873"/>
                  <a:pt x="2175202" y="180109"/>
                </a:cubicBezTo>
                <a:cubicBezTo>
                  <a:pt x="2225551" y="230458"/>
                  <a:pt x="2209979" y="218805"/>
                  <a:pt x="2272183" y="263236"/>
                </a:cubicBezTo>
                <a:cubicBezTo>
                  <a:pt x="2285733" y="272914"/>
                  <a:pt x="2301426" y="279744"/>
                  <a:pt x="2313747" y="290945"/>
                </a:cubicBezTo>
                <a:lnTo>
                  <a:pt x="2466147" y="443345"/>
                </a:lnTo>
                <a:cubicBezTo>
                  <a:pt x="2480002" y="457200"/>
                  <a:pt x="2491408" y="474040"/>
                  <a:pt x="2507711" y="484909"/>
                </a:cubicBezTo>
                <a:lnTo>
                  <a:pt x="2549274" y="512618"/>
                </a:lnTo>
                <a:cubicBezTo>
                  <a:pt x="2558321" y="526189"/>
                  <a:pt x="2625745" y="630652"/>
                  <a:pt x="2646256" y="651163"/>
                </a:cubicBezTo>
                <a:cubicBezTo>
                  <a:pt x="2658030" y="662937"/>
                  <a:pt x="2673965" y="669636"/>
                  <a:pt x="2687820" y="678872"/>
                </a:cubicBezTo>
                <a:cubicBezTo>
                  <a:pt x="2701674" y="697345"/>
                  <a:pt x="2714356" y="716758"/>
                  <a:pt x="2729383" y="734290"/>
                </a:cubicBezTo>
                <a:cubicBezTo>
                  <a:pt x="2742134" y="749166"/>
                  <a:pt x="2760078" y="759551"/>
                  <a:pt x="2770947" y="775854"/>
                </a:cubicBezTo>
                <a:cubicBezTo>
                  <a:pt x="2779048" y="788005"/>
                  <a:pt x="2777710" y="804652"/>
                  <a:pt x="2784802" y="817418"/>
                </a:cubicBezTo>
                <a:cubicBezTo>
                  <a:pt x="2800975" y="846529"/>
                  <a:pt x="2821747" y="872836"/>
                  <a:pt x="2840220" y="900545"/>
                </a:cubicBezTo>
                <a:lnTo>
                  <a:pt x="2867929" y="942109"/>
                </a:lnTo>
                <a:cubicBezTo>
                  <a:pt x="2892686" y="1016382"/>
                  <a:pt x="2873345" y="952630"/>
                  <a:pt x="2895638" y="1052945"/>
                </a:cubicBezTo>
                <a:cubicBezTo>
                  <a:pt x="2899769" y="1071533"/>
                  <a:pt x="2905759" y="1089692"/>
                  <a:pt x="2909493" y="1108363"/>
                </a:cubicBezTo>
                <a:cubicBezTo>
                  <a:pt x="2915002" y="1135909"/>
                  <a:pt x="2917461" y="1164022"/>
                  <a:pt x="2923347" y="1191490"/>
                </a:cubicBezTo>
                <a:cubicBezTo>
                  <a:pt x="2942098" y="1278998"/>
                  <a:pt x="2943806" y="1280578"/>
                  <a:pt x="2964911" y="1343890"/>
                </a:cubicBezTo>
                <a:cubicBezTo>
                  <a:pt x="2964415" y="1348357"/>
                  <a:pt x="2950271" y="1508449"/>
                  <a:pt x="2937202" y="1537854"/>
                </a:cubicBezTo>
                <a:cubicBezTo>
                  <a:pt x="2927824" y="1558955"/>
                  <a:pt x="2909493" y="1574799"/>
                  <a:pt x="2895638" y="1593272"/>
                </a:cubicBezTo>
                <a:cubicBezTo>
                  <a:pt x="2886677" y="1620153"/>
                  <a:pt x="2871093" y="1663364"/>
                  <a:pt x="2867929" y="1690254"/>
                </a:cubicBezTo>
                <a:cubicBezTo>
                  <a:pt x="2840702" y="1921680"/>
                  <a:pt x="2876086" y="1804324"/>
                  <a:pt x="2840220" y="1911927"/>
                </a:cubicBezTo>
                <a:cubicBezTo>
                  <a:pt x="2835602" y="1944254"/>
                  <a:pt x="2834957" y="1977404"/>
                  <a:pt x="2826365" y="2008909"/>
                </a:cubicBezTo>
                <a:cubicBezTo>
                  <a:pt x="2820931" y="2028834"/>
                  <a:pt x="2808903" y="2046395"/>
                  <a:pt x="2798656" y="2064327"/>
                </a:cubicBezTo>
                <a:cubicBezTo>
                  <a:pt x="2775354" y="2105105"/>
                  <a:pt x="2773579" y="2103258"/>
                  <a:pt x="2743238" y="2133600"/>
                </a:cubicBezTo>
                <a:cubicBezTo>
                  <a:pt x="2728713" y="2177174"/>
                  <a:pt x="2732296" y="2187077"/>
                  <a:pt x="2687820" y="2216727"/>
                </a:cubicBezTo>
                <a:cubicBezTo>
                  <a:pt x="2675669" y="2224828"/>
                  <a:pt x="2660111" y="2225963"/>
                  <a:pt x="2646256" y="2230581"/>
                </a:cubicBezTo>
                <a:cubicBezTo>
                  <a:pt x="2602261" y="2259911"/>
                  <a:pt x="2605509" y="2272553"/>
                  <a:pt x="2549274" y="2244436"/>
                </a:cubicBezTo>
                <a:cubicBezTo>
                  <a:pt x="2545143" y="2242371"/>
                  <a:pt x="2549274" y="2235199"/>
                  <a:pt x="2549274" y="2230581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39EAA0-0EB8-447F-847E-C4FA32D7498D}"/>
              </a:ext>
            </a:extLst>
          </p:cNvPr>
          <p:cNvSpPr txBox="1"/>
          <p:nvPr/>
        </p:nvSpPr>
        <p:spPr>
          <a:xfrm>
            <a:off x="6587875" y="1502364"/>
            <a:ext cx="13715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K=2</a:t>
            </a:r>
            <a:endParaRPr lang="ko-KR" altLang="en-US" sz="28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D87AA7-4EDE-4412-A6B0-227AC05012AE}"/>
              </a:ext>
            </a:extLst>
          </p:cNvPr>
          <p:cNvSpPr txBox="1"/>
          <p:nvPr/>
        </p:nvSpPr>
        <p:spPr>
          <a:xfrm>
            <a:off x="4807565" y="895233"/>
            <a:ext cx="13715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K=5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211062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 animBg="1"/>
      <p:bldP spid="25" grpId="0" animBg="1"/>
      <p:bldP spid="13" grpId="0"/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3DCF64-C908-42B1-88F5-2BCF382CC8FB}"/>
              </a:ext>
            </a:extLst>
          </p:cNvPr>
          <p:cNvSpPr txBox="1"/>
          <p:nvPr/>
        </p:nvSpPr>
        <p:spPr>
          <a:xfrm>
            <a:off x="1427018" y="706582"/>
            <a:ext cx="63730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6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고려해야 할 사항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D9925D-E9B9-4878-B5A9-BEF1D09817B5}"/>
              </a:ext>
            </a:extLst>
          </p:cNvPr>
          <p:cNvSpPr txBox="1"/>
          <p:nvPr/>
        </p:nvSpPr>
        <p:spPr>
          <a:xfrm>
            <a:off x="1427018" y="2321004"/>
            <a:ext cx="63730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altLang="ko-KR" sz="40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K</a:t>
            </a:r>
            <a:r>
              <a:rPr lang="ko-KR" altLang="en-US" sz="40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값</a:t>
            </a:r>
            <a:r>
              <a:rPr lang="en-US" altLang="ko-KR" sz="40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(Hyper Parameter)</a:t>
            </a:r>
            <a:endParaRPr lang="ko-KR" altLang="en-US" sz="4000" dirty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C10D4D-A613-44F5-9CFD-3B33A1B1089B}"/>
              </a:ext>
            </a:extLst>
          </p:cNvPr>
          <p:cNvSpPr txBox="1"/>
          <p:nvPr/>
        </p:nvSpPr>
        <p:spPr>
          <a:xfrm>
            <a:off x="1427017" y="3651040"/>
            <a:ext cx="63730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0" indent="-857250">
              <a:buFont typeface="Arial" panose="020B0604020202020204" pitchFamily="34" charset="0"/>
              <a:buChar char="•"/>
            </a:pPr>
            <a:r>
              <a:rPr lang="ko-KR" altLang="en-US" sz="4000" dirty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거리 측정 방법</a:t>
            </a:r>
          </a:p>
        </p:txBody>
      </p:sp>
    </p:spTree>
    <p:extLst>
      <p:ext uri="{BB962C8B-B14F-4D97-AF65-F5344CB8AC3E}">
        <p14:creationId xmlns:p14="http://schemas.microsoft.com/office/powerpoint/2010/main" val="2733792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4D0E555-16F6-44D0-BF56-AF5FF5BDE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17041D-1A7B-4ECA-AB68-3CFDB6726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6220" y="0"/>
            <a:ext cx="4641314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FDE532-2542-4213-89DC-7ADAB1E8A1F4}"/>
              </a:ext>
            </a:extLst>
          </p:cNvPr>
          <p:cNvSpPr txBox="1"/>
          <p:nvPr/>
        </p:nvSpPr>
        <p:spPr>
          <a:xfrm>
            <a:off x="435869" y="640080"/>
            <a:ext cx="3659246" cy="2862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400" spc="-5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Euclidian Distance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BCD2462-4C1E-401A-AC2D-F799A138B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3852" y="3663649"/>
            <a:ext cx="33832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3A123EC1-C164-431F-ACD7-C7A444A8DA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2335" y="1316182"/>
            <a:ext cx="6660283" cy="4530436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F44C07E9-30DB-4AB1-A79C-EFF10F7178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F9F9F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KernelKnn</a:t>
            </a:r>
            <a:r>
              <a:rPr kumimoji="0" lang="ko-KR" altLang="ko-KR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3133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4D0E555-16F6-44D0-BF56-AF5FF5BDE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17041D-1A7B-4ECA-AB68-3CFDB6726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6220" y="0"/>
            <a:ext cx="4641314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FDE532-2542-4213-89DC-7ADAB1E8A1F4}"/>
              </a:ext>
            </a:extLst>
          </p:cNvPr>
          <p:cNvSpPr txBox="1"/>
          <p:nvPr/>
        </p:nvSpPr>
        <p:spPr>
          <a:xfrm>
            <a:off x="435869" y="640080"/>
            <a:ext cx="3659246" cy="2862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400" spc="-5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Manhattan Distance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BCD2462-4C1E-401A-AC2D-F799A138B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3852" y="3663649"/>
            <a:ext cx="33832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F44C07E9-30DB-4AB1-A79C-EFF10F7178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F9F9F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KernelKnn</a:t>
            </a:r>
            <a:r>
              <a:rPr kumimoji="0" lang="ko-KR" altLang="ko-KR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AD284BF-CC88-4374-8CFC-39A148D814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6482" y="2219124"/>
            <a:ext cx="6241107" cy="2419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69496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">
      <a:dk1>
        <a:srgbClr val="000000"/>
      </a:dk1>
      <a:lt1>
        <a:srgbClr val="FFFFFF"/>
      </a:lt1>
      <a:dk2>
        <a:srgbClr val="243241"/>
      </a:dk2>
      <a:lt2>
        <a:srgbClr val="E8E2E2"/>
      </a:lt2>
      <a:accent1>
        <a:srgbClr val="45AFAC"/>
      </a:accent1>
      <a:accent2>
        <a:srgbClr val="3B84B1"/>
      </a:accent2>
      <a:accent3>
        <a:srgbClr val="4D64C3"/>
      </a:accent3>
      <a:accent4>
        <a:srgbClr val="634CB8"/>
      </a:accent4>
      <a:accent5>
        <a:srgbClr val="984DC3"/>
      </a:accent5>
      <a:accent6>
        <a:srgbClr val="B13BAB"/>
      </a:accent6>
      <a:hlink>
        <a:srgbClr val="C7585B"/>
      </a:hlink>
      <a:folHlink>
        <a:srgbClr val="7F7F7F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</TotalTime>
  <Words>556</Words>
  <Application>Microsoft Office PowerPoint</Application>
  <PresentationFormat>와이드스크린</PresentationFormat>
  <Paragraphs>359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Arial</vt:lpstr>
      <vt:lpstr>Calibri Light</vt:lpstr>
      <vt:lpstr>Calibri</vt:lpstr>
      <vt:lpstr>a옛날목욕탕L</vt:lpstr>
      <vt:lpstr>RetrospectVTI</vt:lpstr>
      <vt:lpstr>     머신러닝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머신러닝</dc:title>
  <dc:creator>양 용준</dc:creator>
  <cp:lastModifiedBy>양 용준</cp:lastModifiedBy>
  <cp:revision>11</cp:revision>
  <dcterms:created xsi:type="dcterms:W3CDTF">2019-08-08T10:54:54Z</dcterms:created>
  <dcterms:modified xsi:type="dcterms:W3CDTF">2020-07-19T09:33:30Z</dcterms:modified>
</cp:coreProperties>
</file>